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Staatliches"/>
      <p:regular r:id="rId29"/>
    </p:embeddedFont>
    <p:embeddedFont>
      <p:font typeface="Anaheim"/>
      <p:regular r:id="rId30"/>
      <p:bold r:id="rId31"/>
    </p:embeddedFont>
    <p:embeddedFont>
      <p:font typeface="Bebas Neue"/>
      <p:regular r:id="rId32"/>
    </p:embeddedFont>
    <p:embeddedFont>
      <p:font typeface="Cairo"/>
      <p:regular r:id="rId33"/>
      <p:bold r:id="rId34"/>
    </p:embeddedFont>
    <p:embeddedFont>
      <p:font typeface="Kani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7F7DA3-D2E6-4884-B9DB-FA8115AAEC6A}">
  <a:tblStyle styleId="{677F7DA3-D2E6-4884-B9DB-FA8115AAEC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taatliche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naheim-bold.fntdata"/><Relationship Id="rId30" Type="http://schemas.openxmlformats.org/officeDocument/2006/relationships/font" Target="fonts/Anaheim-regular.fntdata"/><Relationship Id="rId11" Type="http://schemas.openxmlformats.org/officeDocument/2006/relationships/slide" Target="slides/slide6.xml"/><Relationship Id="rId33" Type="http://schemas.openxmlformats.org/officeDocument/2006/relationships/font" Target="fonts/Cairo-regular.fntdata"/><Relationship Id="rId10" Type="http://schemas.openxmlformats.org/officeDocument/2006/relationships/slide" Target="slides/slide5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8.xml"/><Relationship Id="rId35" Type="http://schemas.openxmlformats.org/officeDocument/2006/relationships/font" Target="fonts/Kanit-regular.fntdata"/><Relationship Id="rId12" Type="http://schemas.openxmlformats.org/officeDocument/2006/relationships/slide" Target="slides/slide7.xml"/><Relationship Id="rId34" Type="http://schemas.openxmlformats.org/officeDocument/2006/relationships/font" Target="fonts/Cairo-bold.fntdata"/><Relationship Id="rId15" Type="http://schemas.openxmlformats.org/officeDocument/2006/relationships/slide" Target="slides/slide10.xml"/><Relationship Id="rId37" Type="http://schemas.openxmlformats.org/officeDocument/2006/relationships/font" Target="fonts/Kanit-italic.fntdata"/><Relationship Id="rId14" Type="http://schemas.openxmlformats.org/officeDocument/2006/relationships/slide" Target="slides/slide9.xml"/><Relationship Id="rId36" Type="http://schemas.openxmlformats.org/officeDocument/2006/relationships/font" Target="fonts/Kani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Kani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!!! pomysł szybkie zebranie wywiadu ankiety (głosówki) odnośnie szukania pracy - czego ludzie potrzebuja itd itd!!!!!! I pokazać do naszego problem statement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5fdf40f27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5fdf40f27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36b552ca27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36b552ca27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1a393671dd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1a393671dd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b1fc0ec4dc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1b1fc0ec4dc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 - gromadzenie danych (ale nie ma zadnej tresci edukacyjnej) + trzeba samemu recznie analizowac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Blog - porady, ale nie ma personalizacji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Kalendarz - jedynie powiadomienia, brak reszty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my to wszystko w jednym!!! [to o tym jak my sb planowalismy szukanie stazu na wakacje, na moim przykladzie, a nasz produkt laczy to wszystko!!)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36b552ca27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36b552ca27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Więcej to tez diagram (na rynku zbadane ze jest potrzebne), targetowane reklamy, wszystko w jednym miejscu!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36bbe4870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36bbe4870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36b552ca27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36b552ca27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 - gromadzenie danych (ale nie ma zadnej tresci edukacyjnej) + trzeba samemu recznie analizowac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Blog - porady, ale nie ma personalizacji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Kalendarz - jedynie powiadomienia, brak reszty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my to wszystko w jednym!!! [to o tym jak my sb planowalismy szukanie stazu na wakacje, na moim przykladzie, a nasz produkt laczy to wszystko!!)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36b552ca27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36b552ca27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 - gromadzenie danych (ale nie ma zadnej tresci edukacyjnej) + trzeba samemu recznie analizowac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Blog - porady, ale nie ma personalizacji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Kalendarz - jedynie powiadomienia, brak reszty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my to wszystko w jednym!!! [to o tym jak my sb planowalismy szukanie stazu na wakacje, na moim przykladzie, a nasz produkt laczy to wszystko!!)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36b552ca27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36b552ca27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 - gromadzenie danych (ale nie ma zadnej tresci edukacyjnej) + trzeba samemu recznie analizowac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Blog - porady, ale nie ma personalizacji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Kalendarz - jedynie powiadomienia, brak reszty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my to wszystko w jednym!!! [to o tym jak my sb planowalismy szukanie stazu na wakacje, na moim przykladzie, a nasz produkt laczy to wszystko!!)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36b552ca27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36b552ca27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Młodzi profesjonaliści (20 – 30 lat, 0 - 7 lat doświadczenia), głównie szukający pracy w branży IT.</a:t>
            </a:r>
            <a:endParaRPr sz="21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POKAZANIE ZE NASZE CV DOSTAJA LEPSZE SCORE OD TAKICH BEZ - GRUPA KONTROLNA! + ACCESIBILITY GOOGLE CHROME DEV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https://enhancv.com/resources/resume-checker/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36b552ca27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36b552ca27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Młodzi profesjonaliści (20 – 30 lat, 0 - 7 lat doświadczenia), głównie szukający pracy w branży IT.</a:t>
            </a:r>
            <a:endParaRPr sz="21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POKAZANIE ZE NASZE CV DOSTAJA LEPSZE SCORE OD TAKICH BEZ - GRUPA KONTROLNA! + ACCESIBILITY GOOGLE CHROME DEV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https://enhancv.com/resources/resume-checker/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36b552ca27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36b552ca27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Java, spring boot, aws, figma, intellij, vaadin, mysql… (+ uzasadnienia ze to swiadome decyzje itd itd)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Hostowane demo (.jar); a ze wzorcow to wlasnie interfejsy, oddzielenie service, UI, warstwy siegania do danych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36b552ca27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36b552ca27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 - gromadzenie danych (ale nie ma zadnej tresci edukacyjnej) + trzeba samemu recznie analizowac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Blog - porady, ale nie ma personalizacji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Kalendarz - jedynie powiadomienia, brak reszty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my to wszystko w jednym!!! [to o tym jak my sb planowalismy szukanie stazu na wakacje, na moim przykladzie, a nasz produkt laczy to wszystko!!)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36b552ca27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36b552ca27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Cotygodniowe sprinty, kanban board, review, podsumowania spotkań, wszyscy obecni :))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repo, github issues, grupa messenger; https://github.com/PlumDevs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36b552ca27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36b552ca27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https://easyretro.io/publicboard/MJX8bvWRJWOVw31KY5HIIbMlXkC2/008064b4-4bba-45b4-bb02-8fe9633ce709?fbclid=IwY2xjawKzl21leHRuA2FlbQIxMABicmlkETBvN0VWRzF2dVFZNHowQndnAR44uQzMhTmlFdopZPsGrO38RVCKwEUcccJAcFMeTIMOUIjXx8GkwG4RFtcRoQ_aem_1CNbPWDFaBOPOb3apsShvQ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36b552ca27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36b552ca27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Martyna &amp; Kinga i trochę wszyscy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36b552ca27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36b552ca27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Martyna, Kinga, Piotr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36b552ca27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36b552ca27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Dominik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36b552ca27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36b552ca27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Wojtek, i trochę inni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a8d279e81b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a8d279e81b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36b552ca27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36b552ca27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36b552ca27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36b552ca27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4141896" y="3595750"/>
            <a:ext cx="4287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014300" y="789750"/>
            <a:ext cx="4414800" cy="19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flipH="1">
            <a:off x="8383904" y="3671812"/>
            <a:ext cx="932693" cy="1513429"/>
            <a:chOff x="5252475" y="3372998"/>
            <a:chExt cx="758596" cy="1230930"/>
          </a:xfrm>
        </p:grpSpPr>
        <p:sp>
          <p:nvSpPr>
            <p:cNvPr id="12" name="Google Shape;12;p2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544400" y="1995725"/>
            <a:ext cx="60552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2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200">
                <a:latin typeface="Cairo"/>
                <a:ea typeface="Cairo"/>
                <a:cs typeface="Cairo"/>
                <a:sym typeface="Cai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1801500" y="445025"/>
            <a:ext cx="5541000" cy="11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 flipH="1" rot="10800000">
            <a:off x="8379183" y="4168976"/>
            <a:ext cx="534109" cy="53413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 rot="10800000">
            <a:off x="7599598" y="4554197"/>
            <a:ext cx="368755" cy="36875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 flipH="1" rot="10800000">
            <a:off x="292475" y="4488705"/>
            <a:ext cx="304157" cy="304157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 rot="-8670632">
            <a:off x="8278162" y="-134177"/>
            <a:ext cx="932706" cy="1513449"/>
            <a:chOff x="5252475" y="3372998"/>
            <a:chExt cx="758596" cy="1230930"/>
          </a:xfrm>
        </p:grpSpPr>
        <p:sp>
          <p:nvSpPr>
            <p:cNvPr id="30" name="Google Shape;30;p3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3" name="Google Shape;43;p4"/>
          <p:cNvGrpSpPr/>
          <p:nvPr/>
        </p:nvGrpSpPr>
        <p:grpSpPr>
          <a:xfrm rot="1800091">
            <a:off x="8084702" y="3729969"/>
            <a:ext cx="932727" cy="1513483"/>
            <a:chOff x="5252475" y="3372998"/>
            <a:chExt cx="758596" cy="1230930"/>
          </a:xfrm>
        </p:grpSpPr>
        <p:sp>
          <p:nvSpPr>
            <p:cNvPr id="44" name="Google Shape;44;p4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4"/>
          <p:cNvSpPr/>
          <p:nvPr/>
        </p:nvSpPr>
        <p:spPr>
          <a:xfrm rot="900065">
            <a:off x="340902" y="341456"/>
            <a:ext cx="276795" cy="27679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 rot="900110">
            <a:off x="282773" y="4455522"/>
            <a:ext cx="393050" cy="39305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9" name="Google Shape;59;p5"/>
          <p:cNvGrpSpPr/>
          <p:nvPr/>
        </p:nvGrpSpPr>
        <p:grpSpPr>
          <a:xfrm>
            <a:off x="8385358" y="-69488"/>
            <a:ext cx="840519" cy="736432"/>
            <a:chOff x="8385358" y="-69488"/>
            <a:chExt cx="840519" cy="736432"/>
          </a:xfrm>
        </p:grpSpPr>
        <p:grpSp>
          <p:nvGrpSpPr>
            <p:cNvPr id="60" name="Google Shape;60;p5"/>
            <p:cNvGrpSpPr/>
            <p:nvPr/>
          </p:nvGrpSpPr>
          <p:grpSpPr>
            <a:xfrm flipH="1">
              <a:off x="8639847" y="-69488"/>
              <a:ext cx="586031" cy="736432"/>
              <a:chOff x="-84151" y="785111"/>
              <a:chExt cx="490484" cy="616364"/>
            </a:xfrm>
          </p:grpSpPr>
          <p:sp>
            <p:nvSpPr>
              <p:cNvPr id="61" name="Google Shape;61;p5"/>
              <p:cNvSpPr/>
              <p:nvPr/>
            </p:nvSpPr>
            <p:spPr>
              <a:xfrm flipH="1" rot="10800000">
                <a:off x="-84151" y="785111"/>
                <a:ext cx="490484" cy="615879"/>
              </a:xfrm>
              <a:custGeom>
                <a:rect b="b" l="l" r="r" t="t"/>
                <a:pathLst>
                  <a:path extrusionOk="0" h="7883" w="6278">
                    <a:moveTo>
                      <a:pt x="1928" y="0"/>
                    </a:moveTo>
                    <a:cubicBezTo>
                      <a:pt x="1716" y="0"/>
                      <a:pt x="1513" y="42"/>
                      <a:pt x="1324" y="129"/>
                    </a:cubicBezTo>
                    <a:cubicBezTo>
                      <a:pt x="137" y="699"/>
                      <a:pt x="0" y="2868"/>
                      <a:pt x="982" y="4968"/>
                    </a:cubicBezTo>
                    <a:cubicBezTo>
                      <a:pt x="1825" y="6731"/>
                      <a:pt x="3199" y="7882"/>
                      <a:pt x="4321" y="7882"/>
                    </a:cubicBezTo>
                    <a:cubicBezTo>
                      <a:pt x="4535" y="7882"/>
                      <a:pt x="4740" y="7840"/>
                      <a:pt x="4931" y="7752"/>
                    </a:cubicBezTo>
                    <a:cubicBezTo>
                      <a:pt x="6118" y="7182"/>
                      <a:pt x="6277" y="5036"/>
                      <a:pt x="5273" y="2936"/>
                    </a:cubicBezTo>
                    <a:cubicBezTo>
                      <a:pt x="4447" y="1169"/>
                      <a:pt x="3056" y="0"/>
                      <a:pt x="19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 flipH="1" rot="10800000">
                <a:off x="35306" y="880890"/>
                <a:ext cx="239070" cy="58908"/>
              </a:xfrm>
              <a:custGeom>
                <a:rect b="b" l="l" r="r" t="t"/>
                <a:pathLst>
                  <a:path extrusionOk="0" fill="none" h="754" w="3060">
                    <a:moveTo>
                      <a:pt x="3059" y="754"/>
                    </a:moveTo>
                    <a:lnTo>
                      <a:pt x="1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 flipH="1" rot="10800000">
                <a:off x="-39540" y="1037772"/>
                <a:ext cx="247899" cy="58986"/>
              </a:xfrm>
              <a:custGeom>
                <a:rect b="b" l="l" r="r" t="t"/>
                <a:pathLst>
                  <a:path extrusionOk="0" fill="none" h="755" w="3173">
                    <a:moveTo>
                      <a:pt x="3173" y="754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 flipH="1" rot="10800000">
                <a:off x="-57431" y="1203638"/>
                <a:ext cx="187350" cy="46486"/>
              </a:xfrm>
              <a:custGeom>
                <a:rect b="b" l="l" r="r" t="t"/>
                <a:pathLst>
                  <a:path extrusionOk="0" fill="none" h="595" w="2398">
                    <a:moveTo>
                      <a:pt x="2398" y="594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5" name="Google Shape;65;p5"/>
              <p:cNvCxnSpPr/>
              <p:nvPr/>
            </p:nvCxnSpPr>
            <p:spPr>
              <a:xfrm flipH="1" rot="10800000">
                <a:off x="46825" y="797575"/>
                <a:ext cx="261900" cy="603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6" name="Google Shape;66;p5"/>
            <p:cNvGrpSpPr/>
            <p:nvPr/>
          </p:nvGrpSpPr>
          <p:grpSpPr>
            <a:xfrm>
              <a:off x="8385358" y="-69476"/>
              <a:ext cx="425299" cy="534449"/>
              <a:chOff x="-84151" y="785111"/>
              <a:chExt cx="490484" cy="616364"/>
            </a:xfrm>
          </p:grpSpPr>
          <p:sp>
            <p:nvSpPr>
              <p:cNvPr id="67" name="Google Shape;67;p5"/>
              <p:cNvSpPr/>
              <p:nvPr/>
            </p:nvSpPr>
            <p:spPr>
              <a:xfrm flipH="1" rot="10800000">
                <a:off x="-84151" y="785111"/>
                <a:ext cx="490484" cy="615879"/>
              </a:xfrm>
              <a:custGeom>
                <a:rect b="b" l="l" r="r" t="t"/>
                <a:pathLst>
                  <a:path extrusionOk="0" h="7883" w="6278">
                    <a:moveTo>
                      <a:pt x="1928" y="0"/>
                    </a:moveTo>
                    <a:cubicBezTo>
                      <a:pt x="1716" y="0"/>
                      <a:pt x="1513" y="42"/>
                      <a:pt x="1324" y="129"/>
                    </a:cubicBezTo>
                    <a:cubicBezTo>
                      <a:pt x="137" y="699"/>
                      <a:pt x="0" y="2868"/>
                      <a:pt x="982" y="4968"/>
                    </a:cubicBezTo>
                    <a:cubicBezTo>
                      <a:pt x="1825" y="6731"/>
                      <a:pt x="3199" y="7882"/>
                      <a:pt x="4321" y="7882"/>
                    </a:cubicBezTo>
                    <a:cubicBezTo>
                      <a:pt x="4535" y="7882"/>
                      <a:pt x="4740" y="7840"/>
                      <a:pt x="4931" y="7752"/>
                    </a:cubicBezTo>
                    <a:cubicBezTo>
                      <a:pt x="6118" y="7182"/>
                      <a:pt x="6277" y="5036"/>
                      <a:pt x="5273" y="2936"/>
                    </a:cubicBezTo>
                    <a:cubicBezTo>
                      <a:pt x="4447" y="1169"/>
                      <a:pt x="3056" y="0"/>
                      <a:pt x="19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 flipH="1" rot="10800000">
                <a:off x="35306" y="880890"/>
                <a:ext cx="239070" cy="58908"/>
              </a:xfrm>
              <a:custGeom>
                <a:rect b="b" l="l" r="r" t="t"/>
                <a:pathLst>
                  <a:path extrusionOk="0" fill="none" h="754" w="3060">
                    <a:moveTo>
                      <a:pt x="3059" y="754"/>
                    </a:moveTo>
                    <a:lnTo>
                      <a:pt x="1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 flipH="1" rot="10800000">
                <a:off x="-39540" y="1037772"/>
                <a:ext cx="247899" cy="58986"/>
              </a:xfrm>
              <a:custGeom>
                <a:rect b="b" l="l" r="r" t="t"/>
                <a:pathLst>
                  <a:path extrusionOk="0" fill="none" h="755" w="3173">
                    <a:moveTo>
                      <a:pt x="3173" y="754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 flipH="1" rot="10800000">
                <a:off x="-57431" y="1203638"/>
                <a:ext cx="187350" cy="46486"/>
              </a:xfrm>
              <a:custGeom>
                <a:rect b="b" l="l" r="r" t="t"/>
                <a:pathLst>
                  <a:path extrusionOk="0" fill="none" h="595" w="2398">
                    <a:moveTo>
                      <a:pt x="2398" y="594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" name="Google Shape;71;p5"/>
              <p:cNvCxnSpPr/>
              <p:nvPr/>
            </p:nvCxnSpPr>
            <p:spPr>
              <a:xfrm flipH="1" rot="10800000">
                <a:off x="46825" y="797575"/>
                <a:ext cx="261900" cy="603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2" name="Google Shape;72;p5"/>
          <p:cNvSpPr/>
          <p:nvPr/>
        </p:nvSpPr>
        <p:spPr>
          <a:xfrm rot="2700000">
            <a:off x="8495844" y="4446865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 rot="2700000">
            <a:off x="8531974" y="3933786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6" name="Google Shape;76;p6"/>
          <p:cNvGrpSpPr/>
          <p:nvPr/>
        </p:nvGrpSpPr>
        <p:grpSpPr>
          <a:xfrm rot="730196">
            <a:off x="-37441" y="3784984"/>
            <a:ext cx="932717" cy="1513468"/>
            <a:chOff x="5252475" y="3372998"/>
            <a:chExt cx="758596" cy="1230930"/>
          </a:xfrm>
        </p:grpSpPr>
        <p:sp>
          <p:nvSpPr>
            <p:cNvPr id="77" name="Google Shape;77;p6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6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6"/>
          <p:cNvSpPr/>
          <p:nvPr/>
        </p:nvSpPr>
        <p:spPr>
          <a:xfrm rot="2700000">
            <a:off x="8326394" y="163190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 rot="2700000">
            <a:off x="8570786" y="713561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2" name="Google Shape;92;p7"/>
          <p:cNvSpPr/>
          <p:nvPr/>
        </p:nvSpPr>
        <p:spPr>
          <a:xfrm rot="2700000">
            <a:off x="251749" y="4405142"/>
            <a:ext cx="467954" cy="46795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 rot="2700000">
            <a:off x="207311" y="3966836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 rot="2700000">
            <a:off x="8652211" y="426886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8"/>
          <p:cNvSpPr/>
          <p:nvPr/>
        </p:nvSpPr>
        <p:spPr>
          <a:xfrm flipH="1" rot="10800000">
            <a:off x="180983" y="350014"/>
            <a:ext cx="534109" cy="53413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8"/>
          <p:cNvGrpSpPr/>
          <p:nvPr/>
        </p:nvGrpSpPr>
        <p:grpSpPr>
          <a:xfrm flipH="1" rot="10800000">
            <a:off x="8175749" y="4229704"/>
            <a:ext cx="768540" cy="965842"/>
            <a:chOff x="-84151" y="785111"/>
            <a:chExt cx="490484" cy="616364"/>
          </a:xfrm>
        </p:grpSpPr>
        <p:sp>
          <p:nvSpPr>
            <p:cNvPr id="99" name="Google Shape;99;p8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" name="Google Shape;103;p8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" name="Google Shape;104;p8"/>
          <p:cNvGrpSpPr/>
          <p:nvPr/>
        </p:nvGrpSpPr>
        <p:grpSpPr>
          <a:xfrm rot="10800000">
            <a:off x="8720296" y="4494760"/>
            <a:ext cx="557730" cy="700867"/>
            <a:chOff x="-84151" y="785111"/>
            <a:chExt cx="490484" cy="616364"/>
          </a:xfrm>
        </p:grpSpPr>
        <p:sp>
          <p:nvSpPr>
            <p:cNvPr id="105" name="Google Shape;105;p8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9" name="Google Shape;109;p8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0" name="Google Shape;110;p8"/>
          <p:cNvSpPr/>
          <p:nvPr/>
        </p:nvSpPr>
        <p:spPr>
          <a:xfrm flipH="1" rot="10800000">
            <a:off x="8566675" y="884155"/>
            <a:ext cx="377626" cy="37764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 flipH="1" rot="10800000">
            <a:off x="230079" y="4426215"/>
            <a:ext cx="666765" cy="837947"/>
            <a:chOff x="-84151" y="785111"/>
            <a:chExt cx="490484" cy="616364"/>
          </a:xfrm>
        </p:grpSpPr>
        <p:sp>
          <p:nvSpPr>
            <p:cNvPr id="112" name="Google Shape;112;p8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" name="Google Shape;116;p8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9" name="Google Shape;119;p9"/>
          <p:cNvSpPr/>
          <p:nvPr/>
        </p:nvSpPr>
        <p:spPr>
          <a:xfrm flipH="1" rot="10800000">
            <a:off x="122933" y="4437064"/>
            <a:ext cx="534109" cy="53413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 flipH="1" rot="10800000">
            <a:off x="8576173" y="445022"/>
            <a:ext cx="368755" cy="36875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2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3" name="Google Shape;123;p10"/>
          <p:cNvSpPr/>
          <p:nvPr/>
        </p:nvSpPr>
        <p:spPr>
          <a:xfrm rot="8100000">
            <a:off x="8262455" y="4347360"/>
            <a:ext cx="650836" cy="65083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 rot="8100000">
            <a:off x="8523754" y="998397"/>
            <a:ext cx="404009" cy="40400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 rot="8100000">
            <a:off x="8505671" y="377275"/>
            <a:ext cx="313704" cy="31545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 rot="2700000">
            <a:off x="276569" y="4605415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 rot="2700000">
            <a:off x="100461" y="4264361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" name="Google Shape;128;p10"/>
          <p:cNvGrpSpPr/>
          <p:nvPr/>
        </p:nvGrpSpPr>
        <p:grpSpPr>
          <a:xfrm>
            <a:off x="-120517" y="-69488"/>
            <a:ext cx="586031" cy="736432"/>
            <a:chOff x="-84151" y="785111"/>
            <a:chExt cx="490484" cy="616364"/>
          </a:xfrm>
        </p:grpSpPr>
        <p:sp>
          <p:nvSpPr>
            <p:cNvPr id="129" name="Google Shape;129;p10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0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0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10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4" name="Google Shape;134;p10"/>
          <p:cNvGrpSpPr/>
          <p:nvPr/>
        </p:nvGrpSpPr>
        <p:grpSpPr>
          <a:xfrm flipH="1">
            <a:off x="294704" y="-69476"/>
            <a:ext cx="425299" cy="534449"/>
            <a:chOff x="-84151" y="785111"/>
            <a:chExt cx="490484" cy="616364"/>
          </a:xfrm>
        </p:grpSpPr>
        <p:sp>
          <p:nvSpPr>
            <p:cNvPr id="135" name="Google Shape;135;p10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0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0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" name="Google Shape;139;p10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1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" name="Google Shape;142;p11"/>
          <p:cNvSpPr/>
          <p:nvPr/>
        </p:nvSpPr>
        <p:spPr>
          <a:xfrm rot="-1799975">
            <a:off x="8475412" y="236742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 rot="-1799975">
            <a:off x="8473686" y="3977548"/>
            <a:ext cx="520758" cy="520758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p11"/>
          <p:cNvGrpSpPr/>
          <p:nvPr/>
        </p:nvGrpSpPr>
        <p:grpSpPr>
          <a:xfrm rot="8913387">
            <a:off x="142534" y="3899542"/>
            <a:ext cx="736407" cy="1194926"/>
            <a:chOff x="5252475" y="3372998"/>
            <a:chExt cx="758596" cy="1230930"/>
          </a:xfrm>
        </p:grpSpPr>
        <p:sp>
          <p:nvSpPr>
            <p:cNvPr id="145" name="Google Shape;145;p11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11"/>
          <p:cNvSpPr/>
          <p:nvPr/>
        </p:nvSpPr>
        <p:spPr>
          <a:xfrm rot="-1799975">
            <a:off x="8191787" y="4654355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1_1_2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9" name="Google Shape;159;p12"/>
          <p:cNvSpPr/>
          <p:nvPr/>
        </p:nvSpPr>
        <p:spPr>
          <a:xfrm flipH="1" rot="-8100000">
            <a:off x="250446" y="509750"/>
            <a:ext cx="313704" cy="31545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"/>
          <p:cNvSpPr/>
          <p:nvPr/>
        </p:nvSpPr>
        <p:spPr>
          <a:xfrm flipH="1" rot="-8100000">
            <a:off x="7936295" y="4567547"/>
            <a:ext cx="404009" cy="40400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 flipH="1" rot="-8100000">
            <a:off x="8565346" y="4103700"/>
            <a:ext cx="313704" cy="31545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TITLE_ONLY_1_1_1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13"/>
          <p:cNvSpPr/>
          <p:nvPr/>
        </p:nvSpPr>
        <p:spPr>
          <a:xfrm rot="6644728">
            <a:off x="8542863" y="923405"/>
            <a:ext cx="404004" cy="40400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 rot="6644762">
            <a:off x="8586820" y="334476"/>
            <a:ext cx="313707" cy="315455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 rot="8100000">
            <a:off x="8162580" y="4283072"/>
            <a:ext cx="650836" cy="65083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 rot="2700000">
            <a:off x="276569" y="4605415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 rot="2700000">
            <a:off x="100461" y="4264361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13"/>
          <p:cNvGrpSpPr/>
          <p:nvPr/>
        </p:nvGrpSpPr>
        <p:grpSpPr>
          <a:xfrm>
            <a:off x="-120517" y="-69488"/>
            <a:ext cx="586031" cy="736432"/>
            <a:chOff x="-84151" y="785111"/>
            <a:chExt cx="490484" cy="616364"/>
          </a:xfrm>
        </p:grpSpPr>
        <p:sp>
          <p:nvSpPr>
            <p:cNvPr id="170" name="Google Shape;170;p13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3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13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5" name="Google Shape;175;p13"/>
          <p:cNvGrpSpPr/>
          <p:nvPr/>
        </p:nvGrpSpPr>
        <p:grpSpPr>
          <a:xfrm flipH="1">
            <a:off x="294704" y="-69476"/>
            <a:ext cx="425299" cy="534449"/>
            <a:chOff x="-84151" y="785111"/>
            <a:chExt cx="490484" cy="616364"/>
          </a:xfrm>
        </p:grpSpPr>
        <p:sp>
          <p:nvSpPr>
            <p:cNvPr id="176" name="Google Shape;176;p13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3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0" name="Google Shape;180;p13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TITLE_ONLY_1_1_1_1_2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3" name="Google Shape;183;p14"/>
          <p:cNvSpPr/>
          <p:nvPr/>
        </p:nvSpPr>
        <p:spPr>
          <a:xfrm rot="-1799975">
            <a:off x="179712" y="4227842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 rot="-1799962">
            <a:off x="509996" y="4589497"/>
            <a:ext cx="410209" cy="41020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14"/>
          <p:cNvGrpSpPr/>
          <p:nvPr/>
        </p:nvGrpSpPr>
        <p:grpSpPr>
          <a:xfrm rot="10437300">
            <a:off x="8302485" y="-19546"/>
            <a:ext cx="777255" cy="1261208"/>
            <a:chOff x="5252475" y="3372998"/>
            <a:chExt cx="758596" cy="1230930"/>
          </a:xfrm>
        </p:grpSpPr>
        <p:sp>
          <p:nvSpPr>
            <p:cNvPr id="186" name="Google Shape;186;p14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14"/>
          <p:cNvSpPr/>
          <p:nvPr/>
        </p:nvSpPr>
        <p:spPr>
          <a:xfrm rot="-1799975">
            <a:off x="179712" y="394980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TITLE_ONLY_1_1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00" name="Google Shape;200;p15"/>
          <p:cNvGrpSpPr/>
          <p:nvPr/>
        </p:nvGrpSpPr>
        <p:grpSpPr>
          <a:xfrm flipH="1" rot="1623583">
            <a:off x="8169908" y="4296096"/>
            <a:ext cx="695531" cy="1128599"/>
            <a:chOff x="5252475" y="3372998"/>
            <a:chExt cx="758596" cy="1230930"/>
          </a:xfrm>
        </p:grpSpPr>
        <p:sp>
          <p:nvSpPr>
            <p:cNvPr id="201" name="Google Shape;201;p15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5"/>
          <p:cNvSpPr/>
          <p:nvPr/>
        </p:nvSpPr>
        <p:spPr>
          <a:xfrm flipH="1" rot="-5400000">
            <a:off x="105229" y="4110867"/>
            <a:ext cx="370803" cy="370803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 flipH="1" rot="-5400000">
            <a:off x="330575" y="4437350"/>
            <a:ext cx="488934" cy="48891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TITLE_ONLY_1_1_1_1_1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16"/>
          <p:cNvSpPr/>
          <p:nvPr/>
        </p:nvSpPr>
        <p:spPr>
          <a:xfrm flipH="1" rot="-8100000">
            <a:off x="158945" y="1531072"/>
            <a:ext cx="404009" cy="40400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 flipH="1" rot="-8100000">
            <a:off x="-54929" y="997550"/>
            <a:ext cx="313704" cy="31545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 flipH="1" rot="-8100000">
            <a:off x="35529" y="134785"/>
            <a:ext cx="650836" cy="65083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 flipH="1" rot="-2700000">
            <a:off x="7852255" y="4635465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 flipH="1" rot="-2700000">
            <a:off x="8591510" y="4120086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 flipH="1">
            <a:off x="8423994" y="-69488"/>
            <a:ext cx="586031" cy="736432"/>
            <a:chOff x="-84151" y="785111"/>
            <a:chExt cx="490484" cy="616364"/>
          </a:xfrm>
        </p:grpSpPr>
        <p:sp>
          <p:nvSpPr>
            <p:cNvPr id="222" name="Google Shape;222;p16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6" name="Google Shape;226;p16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7" name="Google Shape;227;p16"/>
          <p:cNvGrpSpPr/>
          <p:nvPr/>
        </p:nvGrpSpPr>
        <p:grpSpPr>
          <a:xfrm flipH="1" rot="10800000">
            <a:off x="250102" y="4287060"/>
            <a:ext cx="660290" cy="829811"/>
            <a:chOff x="-84151" y="785111"/>
            <a:chExt cx="490484" cy="616364"/>
          </a:xfrm>
        </p:grpSpPr>
        <p:sp>
          <p:nvSpPr>
            <p:cNvPr id="228" name="Google Shape;228;p16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2" name="Google Shape;232;p16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TITLE_ONLY_1_1_1_1_1_1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5" name="Google Shape;235;p17"/>
          <p:cNvSpPr/>
          <p:nvPr/>
        </p:nvSpPr>
        <p:spPr>
          <a:xfrm rot="-7199975">
            <a:off x="189924" y="3765480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 rot="-7199975">
            <a:off x="238694" y="4246577"/>
            <a:ext cx="520758" cy="520758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 rot="-7199975">
            <a:off x="989274" y="4703805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 rot="-7199975">
            <a:off x="8579674" y="342655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 rot="2355097">
            <a:off x="8220970" y="4011052"/>
            <a:ext cx="736383" cy="1194887"/>
            <a:chOff x="5252475" y="3372998"/>
            <a:chExt cx="758596" cy="1230930"/>
          </a:xfrm>
        </p:grpSpPr>
        <p:sp>
          <p:nvSpPr>
            <p:cNvPr id="240" name="Google Shape;240;p17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17"/>
          <p:cNvSpPr/>
          <p:nvPr/>
        </p:nvSpPr>
        <p:spPr>
          <a:xfrm rot="-7199975">
            <a:off x="367849" y="986280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TITLE_ONLY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18"/>
          <p:cNvSpPr/>
          <p:nvPr/>
        </p:nvSpPr>
        <p:spPr>
          <a:xfrm flipH="1">
            <a:off x="720003" y="74225"/>
            <a:ext cx="370803" cy="370803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 flipH="1">
            <a:off x="365313" y="1041315"/>
            <a:ext cx="251003" cy="25240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 flipH="1">
            <a:off x="60425" y="438781"/>
            <a:ext cx="488934" cy="48891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 flipH="1" rot="-1576955">
            <a:off x="8785573" y="3976254"/>
            <a:ext cx="232313" cy="23230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/>
          <p:nvPr/>
        </p:nvSpPr>
        <p:spPr>
          <a:xfrm flipH="1" rot="-1576712">
            <a:off x="8362883" y="4549377"/>
            <a:ext cx="432392" cy="43237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18"/>
          <p:cNvGrpSpPr/>
          <p:nvPr/>
        </p:nvGrpSpPr>
        <p:grpSpPr>
          <a:xfrm flipH="1" rot="-8403801">
            <a:off x="185766" y="4398403"/>
            <a:ext cx="548981" cy="689873"/>
            <a:chOff x="-84151" y="785111"/>
            <a:chExt cx="490484" cy="616364"/>
          </a:xfrm>
        </p:grpSpPr>
        <p:sp>
          <p:nvSpPr>
            <p:cNvPr id="260" name="Google Shape;260;p18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4" name="Google Shape;264;p18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5" name="Google Shape;265;p18"/>
          <p:cNvGrpSpPr/>
          <p:nvPr/>
        </p:nvGrpSpPr>
        <p:grpSpPr>
          <a:xfrm rot="-8404459">
            <a:off x="440694" y="4766914"/>
            <a:ext cx="398398" cy="500597"/>
            <a:chOff x="-84151" y="785111"/>
            <a:chExt cx="490484" cy="616364"/>
          </a:xfrm>
        </p:grpSpPr>
        <p:sp>
          <p:nvSpPr>
            <p:cNvPr id="266" name="Google Shape;266;p18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8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0" name="Google Shape;270;p18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TITLE_ONLY_1_1_1_1_1_1_1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73" name="Google Shape;273;p19"/>
          <p:cNvGrpSpPr/>
          <p:nvPr/>
        </p:nvGrpSpPr>
        <p:grpSpPr>
          <a:xfrm rot="2978266">
            <a:off x="8080060" y="3851733"/>
            <a:ext cx="932757" cy="1513531"/>
            <a:chOff x="5252475" y="3372998"/>
            <a:chExt cx="758596" cy="1230930"/>
          </a:xfrm>
        </p:grpSpPr>
        <p:sp>
          <p:nvSpPr>
            <p:cNvPr id="274" name="Google Shape;274;p19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19"/>
          <p:cNvSpPr/>
          <p:nvPr/>
        </p:nvSpPr>
        <p:spPr>
          <a:xfrm flipH="1" rot="-8482725">
            <a:off x="8604752" y="510565"/>
            <a:ext cx="323247" cy="323247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 flipH="1" rot="-8482816">
            <a:off x="8520713" y="1091580"/>
            <a:ext cx="452883" cy="452883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 flipH="1" rot="-8482725">
            <a:off x="237552" y="1209565"/>
            <a:ext cx="323247" cy="323247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 flipH="1" rot="-8482745">
            <a:off x="274298" y="1648461"/>
            <a:ext cx="504470" cy="50447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 flipH="1" rot="-8482676">
            <a:off x="1174364" y="4612545"/>
            <a:ext cx="291469" cy="29146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TITLE_ONLY_1_1_1_1_1_1_1_1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92" name="Google Shape;292;p20"/>
          <p:cNvGrpSpPr/>
          <p:nvPr/>
        </p:nvGrpSpPr>
        <p:grpSpPr>
          <a:xfrm rot="9041939">
            <a:off x="54381" y="4244478"/>
            <a:ext cx="680166" cy="1103667"/>
            <a:chOff x="5252475" y="3372998"/>
            <a:chExt cx="758596" cy="1230930"/>
          </a:xfrm>
        </p:grpSpPr>
        <p:sp>
          <p:nvSpPr>
            <p:cNvPr id="293" name="Google Shape;293;p20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20"/>
          <p:cNvSpPr/>
          <p:nvPr/>
        </p:nvSpPr>
        <p:spPr>
          <a:xfrm flipH="1" rot="10800000">
            <a:off x="8549438" y="373365"/>
            <a:ext cx="323252" cy="323252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 flipH="1" rot="10800000">
            <a:off x="284929" y="164519"/>
            <a:ext cx="428168" cy="42820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 flipH="1" rot="10800000">
            <a:off x="111152" y="781317"/>
            <a:ext cx="236405" cy="23640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 flipH="1" rot="10800000">
            <a:off x="8755777" y="4376767"/>
            <a:ext cx="236405" cy="23640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TITLE_ONLY_1_1_1_1_1_1_1_1_1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0" name="Google Shape;310;p21"/>
          <p:cNvSpPr/>
          <p:nvPr/>
        </p:nvSpPr>
        <p:spPr>
          <a:xfrm flipH="1" rot="-3599899">
            <a:off x="171452" y="3993705"/>
            <a:ext cx="370805" cy="37080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 flipH="1" rot="-3600025">
            <a:off x="589595" y="3543921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 flipH="1" rot="-3599960">
            <a:off x="571799" y="4410741"/>
            <a:ext cx="488945" cy="488917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 flipH="1" rot="-3600025">
            <a:off x="8512920" y="359046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 flipH="1" rot="-3599899">
            <a:off x="8594127" y="953105"/>
            <a:ext cx="370805" cy="37080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" name="Google Shape;315;p21"/>
          <p:cNvGrpSpPr/>
          <p:nvPr/>
        </p:nvGrpSpPr>
        <p:grpSpPr>
          <a:xfrm flipH="1" rot="-1609793">
            <a:off x="-35904" y="151277"/>
            <a:ext cx="531516" cy="667926"/>
            <a:chOff x="-84151" y="785111"/>
            <a:chExt cx="490484" cy="616364"/>
          </a:xfrm>
        </p:grpSpPr>
        <p:sp>
          <p:nvSpPr>
            <p:cNvPr id="316" name="Google Shape;316;p21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1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0" name="Google Shape;320;p21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8">
  <p:cSld name="TITLE_ONLY_1_1_1_1_1_1_1_1_1_2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3" name="Google Shape;323;p22"/>
          <p:cNvSpPr/>
          <p:nvPr/>
        </p:nvSpPr>
        <p:spPr>
          <a:xfrm flipH="1" rot="10800000">
            <a:off x="417478" y="1739425"/>
            <a:ext cx="251003" cy="25240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 flipH="1" rot="10800000">
            <a:off x="134642" y="966690"/>
            <a:ext cx="520751" cy="520751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 flipH="1" rot="10800000">
            <a:off x="134638" y="2120515"/>
            <a:ext cx="323252" cy="323252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 flipH="1" rot="10800000">
            <a:off x="8475528" y="4608500"/>
            <a:ext cx="251003" cy="25240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 flipH="1" rot="10800000">
            <a:off x="8475529" y="445013"/>
            <a:ext cx="431815" cy="43181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9">
  <p:cSld name="TITLE_ONLY_1_1_1_1_1_1_1_1_1_1_2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0" name="Google Shape;330;p23"/>
          <p:cNvSpPr/>
          <p:nvPr/>
        </p:nvSpPr>
        <p:spPr>
          <a:xfrm rot="-2700000">
            <a:off x="8573265" y="4324169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 rot="-2700000">
            <a:off x="8091860" y="4690662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23"/>
          <p:cNvGrpSpPr/>
          <p:nvPr/>
        </p:nvGrpSpPr>
        <p:grpSpPr>
          <a:xfrm rot="-625115">
            <a:off x="253662" y="3859753"/>
            <a:ext cx="922875" cy="1497497"/>
            <a:chOff x="5252475" y="3372998"/>
            <a:chExt cx="758596" cy="1230930"/>
          </a:xfrm>
        </p:grpSpPr>
        <p:sp>
          <p:nvSpPr>
            <p:cNvPr id="333" name="Google Shape;333;p23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23"/>
          <p:cNvSpPr/>
          <p:nvPr/>
        </p:nvSpPr>
        <p:spPr>
          <a:xfrm rot="-2700000">
            <a:off x="8528799" y="357272"/>
            <a:ext cx="331803" cy="33365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0">
  <p:cSld name="TITLE_ONLY_1_1_1_1_1_1_1_1_1_1_1_2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7" name="Google Shape;347;p24"/>
          <p:cNvSpPr/>
          <p:nvPr/>
        </p:nvSpPr>
        <p:spPr>
          <a:xfrm flipH="1" rot="10800000">
            <a:off x="212300" y="1330780"/>
            <a:ext cx="377626" cy="37764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 flipH="1" rot="10800000">
            <a:off x="577288" y="212741"/>
            <a:ext cx="275618" cy="27565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24"/>
          <p:cNvGrpSpPr/>
          <p:nvPr/>
        </p:nvGrpSpPr>
        <p:grpSpPr>
          <a:xfrm flipH="1" rot="10800000">
            <a:off x="212299" y="4261154"/>
            <a:ext cx="768540" cy="965842"/>
            <a:chOff x="-84151" y="785111"/>
            <a:chExt cx="490484" cy="616364"/>
          </a:xfrm>
        </p:grpSpPr>
        <p:sp>
          <p:nvSpPr>
            <p:cNvPr id="350" name="Google Shape;350;p24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4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4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4" name="Google Shape;354;p24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55" name="Google Shape;355;p24"/>
          <p:cNvGrpSpPr/>
          <p:nvPr/>
        </p:nvGrpSpPr>
        <p:grpSpPr>
          <a:xfrm rot="10800000">
            <a:off x="8586271" y="4494685"/>
            <a:ext cx="557730" cy="700867"/>
            <a:chOff x="-84151" y="785111"/>
            <a:chExt cx="490484" cy="616364"/>
          </a:xfrm>
        </p:grpSpPr>
        <p:sp>
          <p:nvSpPr>
            <p:cNvPr id="356" name="Google Shape;356;p24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4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4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4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0" name="Google Shape;360;p24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1" name="Google Shape;361;p24"/>
          <p:cNvSpPr/>
          <p:nvPr/>
        </p:nvSpPr>
        <p:spPr>
          <a:xfrm flipH="1" rot="10800000">
            <a:off x="8586275" y="758080"/>
            <a:ext cx="377626" cy="37764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1">
  <p:cSld name="TITLE_ONLY_1_1_1_1_1_1_1_1_1_1_1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4" name="Google Shape;364;p25"/>
          <p:cNvSpPr/>
          <p:nvPr/>
        </p:nvSpPr>
        <p:spPr>
          <a:xfrm rot="-2979600">
            <a:off x="4500444" y="4434611"/>
            <a:ext cx="229224" cy="23050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 rot="-2979811">
            <a:off x="6347877" y="4542012"/>
            <a:ext cx="407174" cy="409439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 rot="-2979793">
            <a:off x="8203546" y="4294851"/>
            <a:ext cx="650782" cy="654415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5"/>
          <p:cNvSpPr/>
          <p:nvPr/>
        </p:nvSpPr>
        <p:spPr>
          <a:xfrm rot="-2979600">
            <a:off x="315847" y="4560350"/>
            <a:ext cx="229224" cy="23050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5"/>
          <p:cNvSpPr/>
          <p:nvPr/>
        </p:nvSpPr>
        <p:spPr>
          <a:xfrm rot="-2979811">
            <a:off x="2076823" y="4542018"/>
            <a:ext cx="407174" cy="409439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 rot="-2979600">
            <a:off x="361244" y="373086"/>
            <a:ext cx="229224" cy="23050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 rot="-2979811">
            <a:off x="8513123" y="447193"/>
            <a:ext cx="407174" cy="409439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2">
  <p:cSld name="TITLE_ONLY_1_1_1_1_1_1_1_1_1_2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73" name="Google Shape;373;p26"/>
          <p:cNvGrpSpPr/>
          <p:nvPr/>
        </p:nvGrpSpPr>
        <p:grpSpPr>
          <a:xfrm flipH="1">
            <a:off x="8639847" y="-69488"/>
            <a:ext cx="586031" cy="736432"/>
            <a:chOff x="-84151" y="785111"/>
            <a:chExt cx="490484" cy="616364"/>
          </a:xfrm>
        </p:grpSpPr>
        <p:sp>
          <p:nvSpPr>
            <p:cNvPr id="374" name="Google Shape;374;p26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8" name="Google Shape;378;p26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79" name="Google Shape;379;p26"/>
          <p:cNvGrpSpPr/>
          <p:nvPr/>
        </p:nvGrpSpPr>
        <p:grpSpPr>
          <a:xfrm>
            <a:off x="8385358" y="-69476"/>
            <a:ext cx="425299" cy="534449"/>
            <a:chOff x="-84151" y="785111"/>
            <a:chExt cx="490484" cy="616364"/>
          </a:xfrm>
        </p:grpSpPr>
        <p:sp>
          <p:nvSpPr>
            <p:cNvPr id="380" name="Google Shape;380;p26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4" name="Google Shape;384;p26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5" name="Google Shape;385;p26"/>
          <p:cNvSpPr/>
          <p:nvPr/>
        </p:nvSpPr>
        <p:spPr>
          <a:xfrm rot="2700000">
            <a:off x="324894" y="4605415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 rot="2700000">
            <a:off x="148786" y="4264361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"/>
          <p:cNvSpPr/>
          <p:nvPr/>
        </p:nvSpPr>
        <p:spPr>
          <a:xfrm rot="2700000">
            <a:off x="254345" y="1017002"/>
            <a:ext cx="464361" cy="464361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6"/>
          <p:cNvSpPr/>
          <p:nvPr/>
        </p:nvSpPr>
        <p:spPr>
          <a:xfrm rot="2700000">
            <a:off x="8604761" y="4142311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3">
  <p:cSld name="TITLE_ONLY_1_1_1_1_1_1_1_1_1_1_2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91" name="Google Shape;391;p27"/>
          <p:cNvGrpSpPr/>
          <p:nvPr/>
        </p:nvGrpSpPr>
        <p:grpSpPr>
          <a:xfrm flipH="1" rot="10800000">
            <a:off x="105214" y="-53108"/>
            <a:ext cx="603008" cy="978466"/>
            <a:chOff x="5252475" y="3372998"/>
            <a:chExt cx="758596" cy="1230930"/>
          </a:xfrm>
        </p:grpSpPr>
        <p:sp>
          <p:nvSpPr>
            <p:cNvPr id="392" name="Google Shape;392;p27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27"/>
          <p:cNvSpPr/>
          <p:nvPr/>
        </p:nvSpPr>
        <p:spPr>
          <a:xfrm flipH="1" rot="-5400000">
            <a:off x="105229" y="4110867"/>
            <a:ext cx="370803" cy="370803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"/>
          <p:cNvSpPr/>
          <p:nvPr/>
        </p:nvSpPr>
        <p:spPr>
          <a:xfrm flipH="1" rot="-5400000">
            <a:off x="397150" y="4437350"/>
            <a:ext cx="488934" cy="48891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7"/>
          <p:cNvSpPr/>
          <p:nvPr/>
        </p:nvSpPr>
        <p:spPr>
          <a:xfrm flipH="1" rot="-5400000">
            <a:off x="8561201" y="382111"/>
            <a:ext cx="305776" cy="30577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 flipH="1" rot="-5400000">
            <a:off x="7085300" y="4540225"/>
            <a:ext cx="283178" cy="283178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4">
  <p:cSld name="TITLE_ONLY_1_1_1_1_1_1_1_1_1_1_1_2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28"/>
          <p:cNvSpPr/>
          <p:nvPr/>
        </p:nvSpPr>
        <p:spPr>
          <a:xfrm flipH="1" rot="10800000">
            <a:off x="193558" y="1017726"/>
            <a:ext cx="534109" cy="53413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8"/>
          <p:cNvSpPr/>
          <p:nvPr/>
        </p:nvSpPr>
        <p:spPr>
          <a:xfrm flipH="1" rot="10800000">
            <a:off x="193550" y="4419841"/>
            <a:ext cx="275618" cy="27565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8"/>
          <p:cNvSpPr/>
          <p:nvPr/>
        </p:nvSpPr>
        <p:spPr>
          <a:xfrm flipH="1" rot="10800000">
            <a:off x="947438" y="4790728"/>
            <a:ext cx="223375" cy="22339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8"/>
          <p:cNvSpPr/>
          <p:nvPr/>
        </p:nvSpPr>
        <p:spPr>
          <a:xfrm flipH="1" rot="10800000">
            <a:off x="8516375" y="1230316"/>
            <a:ext cx="275618" cy="275659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8"/>
          <p:cNvSpPr/>
          <p:nvPr/>
        </p:nvSpPr>
        <p:spPr>
          <a:xfrm flipH="1" rot="10800000">
            <a:off x="8682113" y="1905503"/>
            <a:ext cx="223375" cy="22339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28"/>
          <p:cNvGrpSpPr/>
          <p:nvPr/>
        </p:nvGrpSpPr>
        <p:grpSpPr>
          <a:xfrm rot="2545467">
            <a:off x="8624694" y="4156236"/>
            <a:ext cx="661308" cy="1073067"/>
            <a:chOff x="5252475" y="3372998"/>
            <a:chExt cx="758596" cy="1230930"/>
          </a:xfrm>
        </p:grpSpPr>
        <p:sp>
          <p:nvSpPr>
            <p:cNvPr id="415" name="Google Shape;415;p28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8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8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5">
  <p:cSld name="TITLE_ONLY_1_1_1_1_1_1_1_1_1_1_1_1_1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8" name="Google Shape;428;p29"/>
          <p:cNvSpPr/>
          <p:nvPr/>
        </p:nvSpPr>
        <p:spPr>
          <a:xfrm rot="-1799975">
            <a:off x="307962" y="3289255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9"/>
          <p:cNvSpPr/>
          <p:nvPr/>
        </p:nvSpPr>
        <p:spPr>
          <a:xfrm rot="-1799975">
            <a:off x="173086" y="3850411"/>
            <a:ext cx="520758" cy="520758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9"/>
          <p:cNvSpPr/>
          <p:nvPr/>
        </p:nvSpPr>
        <p:spPr>
          <a:xfrm rot="-1799975">
            <a:off x="761387" y="4654342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 rot="-1800010">
            <a:off x="8530694" y="262103"/>
            <a:ext cx="403017" cy="40526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9"/>
          <p:cNvSpPr/>
          <p:nvPr/>
        </p:nvSpPr>
        <p:spPr>
          <a:xfrm rot="-1799975">
            <a:off x="8474162" y="4510067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6">
  <p:cSld name="TITLE_ONLY_1_1_1_1_1_1_1_1_1_1_1_2_2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5" name="Google Shape;435;p30"/>
          <p:cNvSpPr/>
          <p:nvPr/>
        </p:nvSpPr>
        <p:spPr>
          <a:xfrm rot="-2700000">
            <a:off x="186115" y="627519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0"/>
          <p:cNvSpPr/>
          <p:nvPr/>
        </p:nvSpPr>
        <p:spPr>
          <a:xfrm rot="-2700000">
            <a:off x="472135" y="162212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0"/>
          <p:cNvSpPr/>
          <p:nvPr/>
        </p:nvSpPr>
        <p:spPr>
          <a:xfrm rot="-2700000">
            <a:off x="205810" y="4512287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0"/>
          <p:cNvSpPr/>
          <p:nvPr/>
        </p:nvSpPr>
        <p:spPr>
          <a:xfrm rot="-2700000">
            <a:off x="8510000" y="381555"/>
            <a:ext cx="399828" cy="402055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7">
  <p:cSld name="TITLE_ONLY_1_1_1_1_1_1_1_1_1_1_1_1_1_2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1" name="Google Shape;441;p31"/>
          <p:cNvGrpSpPr/>
          <p:nvPr/>
        </p:nvGrpSpPr>
        <p:grpSpPr>
          <a:xfrm flipH="1">
            <a:off x="8639847" y="-69488"/>
            <a:ext cx="586031" cy="736432"/>
            <a:chOff x="-84151" y="785111"/>
            <a:chExt cx="490484" cy="616364"/>
          </a:xfrm>
        </p:grpSpPr>
        <p:sp>
          <p:nvSpPr>
            <p:cNvPr id="442" name="Google Shape;442;p31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1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1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1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6" name="Google Shape;446;p31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7" name="Google Shape;447;p31"/>
          <p:cNvGrpSpPr/>
          <p:nvPr/>
        </p:nvGrpSpPr>
        <p:grpSpPr>
          <a:xfrm>
            <a:off x="8385358" y="-69476"/>
            <a:ext cx="425299" cy="534449"/>
            <a:chOff x="-84151" y="785111"/>
            <a:chExt cx="490484" cy="616364"/>
          </a:xfrm>
        </p:grpSpPr>
        <p:sp>
          <p:nvSpPr>
            <p:cNvPr id="448" name="Google Shape;448;p31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1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1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2" name="Google Shape;452;p31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3" name="Google Shape;453;p31"/>
          <p:cNvSpPr/>
          <p:nvPr/>
        </p:nvSpPr>
        <p:spPr>
          <a:xfrm rot="2700000">
            <a:off x="8436369" y="3779390"/>
            <a:ext cx="323260" cy="323260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1"/>
          <p:cNvSpPr/>
          <p:nvPr/>
        </p:nvSpPr>
        <p:spPr>
          <a:xfrm rot="2700000">
            <a:off x="8692336" y="4482311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1"/>
          <p:cNvSpPr/>
          <p:nvPr/>
        </p:nvSpPr>
        <p:spPr>
          <a:xfrm rot="2700000">
            <a:off x="7778541" y="4576679"/>
            <a:ext cx="415396" cy="415396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1"/>
          <p:cNvSpPr/>
          <p:nvPr/>
        </p:nvSpPr>
        <p:spPr>
          <a:xfrm rot="2700000">
            <a:off x="205228" y="285655"/>
            <a:ext cx="314640" cy="316392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1"/>
          <p:cNvSpPr/>
          <p:nvPr/>
        </p:nvSpPr>
        <p:spPr>
          <a:xfrm rot="2699702">
            <a:off x="338354" y="1067626"/>
            <a:ext cx="241985" cy="243333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8">
  <p:cSld name="TITLE_ONLY_1_1_1_1_1_1_1_1_1_2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0" name="Google Shape;460;p32"/>
          <p:cNvSpPr/>
          <p:nvPr/>
        </p:nvSpPr>
        <p:spPr>
          <a:xfrm flipH="1" rot="10800000">
            <a:off x="8645603" y="408800"/>
            <a:ext cx="251003" cy="25240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2"/>
          <p:cNvSpPr/>
          <p:nvPr/>
        </p:nvSpPr>
        <p:spPr>
          <a:xfrm flipH="1" rot="10800000">
            <a:off x="128742" y="373315"/>
            <a:ext cx="520751" cy="520751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2"/>
          <p:cNvSpPr/>
          <p:nvPr/>
        </p:nvSpPr>
        <p:spPr>
          <a:xfrm rot="-2700109">
            <a:off x="8541666" y="3820840"/>
            <a:ext cx="458871" cy="458871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2"/>
          <p:cNvSpPr/>
          <p:nvPr/>
        </p:nvSpPr>
        <p:spPr>
          <a:xfrm rot="-2700000">
            <a:off x="7728396" y="4577439"/>
            <a:ext cx="343017" cy="344928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32"/>
          <p:cNvGrpSpPr/>
          <p:nvPr/>
        </p:nvGrpSpPr>
        <p:grpSpPr>
          <a:xfrm rot="-1660304">
            <a:off x="70718" y="3918439"/>
            <a:ext cx="932716" cy="1513466"/>
            <a:chOff x="5252475" y="3372998"/>
            <a:chExt cx="758596" cy="1230930"/>
          </a:xfrm>
        </p:grpSpPr>
        <p:sp>
          <p:nvSpPr>
            <p:cNvPr id="465" name="Google Shape;465;p32"/>
            <p:cNvSpPr/>
            <p:nvPr/>
          </p:nvSpPr>
          <p:spPr>
            <a:xfrm>
              <a:off x="5771697" y="3820417"/>
              <a:ext cx="239374" cy="336661"/>
            </a:xfrm>
            <a:custGeom>
              <a:rect b="b" l="l" r="r" t="t"/>
              <a:pathLst>
                <a:path extrusionOk="0" h="5298" w="3767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5410574" y="4294652"/>
              <a:ext cx="348163" cy="188347"/>
            </a:xfrm>
            <a:custGeom>
              <a:rect b="b" l="l" r="r" t="t"/>
              <a:pathLst>
                <a:path extrusionOk="0" h="2964" w="5479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2"/>
            <p:cNvSpPr/>
            <p:nvPr/>
          </p:nvSpPr>
          <p:spPr>
            <a:xfrm>
              <a:off x="5252475" y="3936514"/>
              <a:ext cx="364113" cy="233782"/>
            </a:xfrm>
            <a:custGeom>
              <a:rect b="b" l="l" r="r" t="t"/>
              <a:pathLst>
                <a:path extrusionOk="0" h="3679" w="573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2"/>
            <p:cNvSpPr/>
            <p:nvPr/>
          </p:nvSpPr>
          <p:spPr>
            <a:xfrm>
              <a:off x="5284374" y="3372998"/>
              <a:ext cx="398936" cy="500925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2"/>
            <p:cNvSpPr/>
            <p:nvPr/>
          </p:nvSpPr>
          <p:spPr>
            <a:xfrm>
              <a:off x="5387380" y="3373887"/>
              <a:ext cx="549728" cy="1230041"/>
            </a:xfrm>
            <a:custGeom>
              <a:rect b="b" l="l" r="r" t="t"/>
              <a:pathLst>
                <a:path extrusionOk="0" fill="none" h="19357" w="8651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2"/>
            <p:cNvSpPr/>
            <p:nvPr/>
          </p:nvSpPr>
          <p:spPr>
            <a:xfrm>
              <a:off x="5813763" y="3819146"/>
              <a:ext cx="111776" cy="509186"/>
            </a:xfrm>
            <a:custGeom>
              <a:rect b="b" l="l" r="r" t="t"/>
              <a:pathLst>
                <a:path extrusionOk="0" fill="none" h="8013" w="1759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5425062" y="4355846"/>
              <a:ext cx="448246" cy="107391"/>
            </a:xfrm>
            <a:custGeom>
              <a:rect b="b" l="l" r="r" t="t"/>
              <a:pathLst>
                <a:path extrusionOk="0" fill="none" h="1690" w="7054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5274207" y="3985951"/>
              <a:ext cx="475825" cy="198769"/>
            </a:xfrm>
            <a:custGeom>
              <a:rect b="b" l="l" r="r" t="t"/>
              <a:pathLst>
                <a:path extrusionOk="0" fill="none" h="3128" w="7488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2"/>
            <p:cNvSpPr/>
            <p:nvPr/>
          </p:nvSpPr>
          <p:spPr>
            <a:xfrm>
              <a:off x="5381534" y="3748103"/>
              <a:ext cx="194448" cy="47913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2"/>
            <p:cNvSpPr/>
            <p:nvPr/>
          </p:nvSpPr>
          <p:spPr>
            <a:xfrm>
              <a:off x="5320658" y="3620441"/>
              <a:ext cx="201628" cy="4797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2"/>
            <p:cNvSpPr/>
            <p:nvPr/>
          </p:nvSpPr>
          <p:spPr>
            <a:xfrm>
              <a:off x="5306107" y="3495703"/>
              <a:ext cx="152381" cy="37809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6" name="Google Shape;476;p32"/>
          <p:cNvSpPr/>
          <p:nvPr/>
        </p:nvSpPr>
        <p:spPr>
          <a:xfrm flipH="1" rot="10800000">
            <a:off x="326238" y="1400115"/>
            <a:ext cx="323252" cy="323252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2"/>
          <p:cNvSpPr/>
          <p:nvPr/>
        </p:nvSpPr>
        <p:spPr>
          <a:xfrm rot="-2700000">
            <a:off x="2746060" y="4568400"/>
            <a:ext cx="250999" cy="252397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9">
  <p:cSld name="TITLE_ONLY_1_1_1_1_1_1_1_1_1_1_2_1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0" name="Google Shape;480;p33"/>
          <p:cNvSpPr/>
          <p:nvPr/>
        </p:nvSpPr>
        <p:spPr>
          <a:xfrm flipH="1">
            <a:off x="169277" y="1017726"/>
            <a:ext cx="237901" cy="237901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3"/>
          <p:cNvSpPr/>
          <p:nvPr/>
        </p:nvSpPr>
        <p:spPr>
          <a:xfrm flipH="1">
            <a:off x="3458413" y="4677140"/>
            <a:ext cx="251003" cy="252401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3"/>
          <p:cNvSpPr/>
          <p:nvPr/>
        </p:nvSpPr>
        <p:spPr>
          <a:xfrm flipH="1">
            <a:off x="169274" y="1422439"/>
            <a:ext cx="370803" cy="370803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"/>
          <p:cNvSpPr/>
          <p:nvPr/>
        </p:nvSpPr>
        <p:spPr>
          <a:xfrm flipH="1" rot="-1576955">
            <a:off x="8596923" y="4245229"/>
            <a:ext cx="232313" cy="23230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3"/>
          <p:cNvSpPr/>
          <p:nvPr/>
        </p:nvSpPr>
        <p:spPr>
          <a:xfrm flipH="1" rot="-1576712">
            <a:off x="7760533" y="4515902"/>
            <a:ext cx="432392" cy="432374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5" name="Google Shape;485;p33"/>
          <p:cNvGrpSpPr/>
          <p:nvPr/>
        </p:nvGrpSpPr>
        <p:grpSpPr>
          <a:xfrm rot="8100000">
            <a:off x="387209" y="4532473"/>
            <a:ext cx="530573" cy="666741"/>
            <a:chOff x="-84151" y="785111"/>
            <a:chExt cx="490484" cy="616364"/>
          </a:xfrm>
        </p:grpSpPr>
        <p:sp>
          <p:nvSpPr>
            <p:cNvPr id="486" name="Google Shape;486;p33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3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3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3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0" name="Google Shape;490;p33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91" name="Google Shape;491;p33"/>
          <p:cNvGrpSpPr/>
          <p:nvPr/>
        </p:nvGrpSpPr>
        <p:grpSpPr>
          <a:xfrm rot="-9202993">
            <a:off x="1110803" y="4574351"/>
            <a:ext cx="364452" cy="457987"/>
            <a:chOff x="-84151" y="785111"/>
            <a:chExt cx="490484" cy="616364"/>
          </a:xfrm>
        </p:grpSpPr>
        <p:sp>
          <p:nvSpPr>
            <p:cNvPr id="492" name="Google Shape;492;p33"/>
            <p:cNvSpPr/>
            <p:nvPr/>
          </p:nvSpPr>
          <p:spPr>
            <a:xfrm flipH="1" rot="10800000">
              <a:off x="-84151" y="785111"/>
              <a:ext cx="490484" cy="615879"/>
            </a:xfrm>
            <a:custGeom>
              <a:rect b="b" l="l" r="r" t="t"/>
              <a:pathLst>
                <a:path extrusionOk="0" h="7883" w="6278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3"/>
            <p:cNvSpPr/>
            <p:nvPr/>
          </p:nvSpPr>
          <p:spPr>
            <a:xfrm flipH="1" rot="10800000">
              <a:off x="35306" y="880890"/>
              <a:ext cx="239070" cy="58908"/>
            </a:xfrm>
            <a:custGeom>
              <a:rect b="b" l="l" r="r" t="t"/>
              <a:pathLst>
                <a:path extrusionOk="0" fill="none" h="754" w="306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3"/>
            <p:cNvSpPr/>
            <p:nvPr/>
          </p:nvSpPr>
          <p:spPr>
            <a:xfrm flipH="1" rot="10800000">
              <a:off x="-39540" y="1037772"/>
              <a:ext cx="247899" cy="58986"/>
            </a:xfrm>
            <a:custGeom>
              <a:rect b="b" l="l" r="r" t="t"/>
              <a:pathLst>
                <a:path extrusionOk="0" fill="none" h="755" w="3173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3"/>
            <p:cNvSpPr/>
            <p:nvPr/>
          </p:nvSpPr>
          <p:spPr>
            <a:xfrm flipH="1" rot="10800000">
              <a:off x="-57431" y="1203638"/>
              <a:ext cx="187350" cy="46486"/>
            </a:xfrm>
            <a:custGeom>
              <a:rect b="b" l="l" r="r" t="t"/>
              <a:pathLst>
                <a:path extrusionOk="0" fill="none" h="595" w="2398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6" name="Google Shape;496;p33"/>
            <p:cNvCxnSpPr/>
            <p:nvPr/>
          </p:nvCxnSpPr>
          <p:spPr>
            <a:xfrm flipH="1" rot="10800000">
              <a:off x="46825" y="797575"/>
              <a:ext cx="261900" cy="60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taatliches"/>
              <a:buNone/>
              <a:defRPr sz="35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1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28.jpg"/><Relationship Id="rId8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7.jpg"/><Relationship Id="rId5" Type="http://schemas.openxmlformats.org/officeDocument/2006/relationships/image" Target="../media/image2.jpg"/><Relationship Id="rId6" Type="http://schemas.openxmlformats.org/officeDocument/2006/relationships/image" Target="../media/image1.jpg"/><Relationship Id="rId7" Type="http://schemas.openxmlformats.org/officeDocument/2006/relationships/image" Target="../media/image10.jpg"/><Relationship Id="rId8" Type="http://schemas.openxmlformats.org/officeDocument/2006/relationships/image" Target="../media/image28.jpg"/><Relationship Id="rId10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Relationship Id="rId5" Type="http://schemas.openxmlformats.org/officeDocument/2006/relationships/image" Target="../media/image71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Relationship Id="rId11" Type="http://schemas.openxmlformats.org/officeDocument/2006/relationships/image" Target="../media/image12.png"/><Relationship Id="rId10" Type="http://schemas.openxmlformats.org/officeDocument/2006/relationships/image" Target="../media/image31.png"/><Relationship Id="rId12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Relationship Id="rId8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9" Type="http://schemas.openxmlformats.org/officeDocument/2006/relationships/image" Target="../media/image36.png"/><Relationship Id="rId5" Type="http://schemas.openxmlformats.org/officeDocument/2006/relationships/image" Target="../media/image50.jpg"/><Relationship Id="rId6" Type="http://schemas.openxmlformats.org/officeDocument/2006/relationships/image" Target="../media/image39.png"/><Relationship Id="rId7" Type="http://schemas.openxmlformats.org/officeDocument/2006/relationships/image" Target="../media/image44.png"/><Relationship Id="rId8" Type="http://schemas.openxmlformats.org/officeDocument/2006/relationships/image" Target="../media/image49.jpg"/><Relationship Id="rId10" Type="http://schemas.openxmlformats.org/officeDocument/2006/relationships/image" Target="../media/image7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9" Type="http://schemas.openxmlformats.org/officeDocument/2006/relationships/image" Target="../media/image45.png"/><Relationship Id="rId5" Type="http://schemas.openxmlformats.org/officeDocument/2006/relationships/image" Target="../media/image8.png"/><Relationship Id="rId6" Type="http://schemas.openxmlformats.org/officeDocument/2006/relationships/image" Target="../media/image41.png"/><Relationship Id="rId7" Type="http://schemas.openxmlformats.org/officeDocument/2006/relationships/image" Target="../media/image51.png"/><Relationship Id="rId8" Type="http://schemas.openxmlformats.org/officeDocument/2006/relationships/image" Target="../media/image48.png"/><Relationship Id="rId11" Type="http://schemas.openxmlformats.org/officeDocument/2006/relationships/image" Target="../media/image43.png"/><Relationship Id="rId10" Type="http://schemas.openxmlformats.org/officeDocument/2006/relationships/image" Target="../media/image47.png"/><Relationship Id="rId13" Type="http://schemas.openxmlformats.org/officeDocument/2006/relationships/image" Target="../media/image40.png"/><Relationship Id="rId12" Type="http://schemas.openxmlformats.org/officeDocument/2006/relationships/image" Target="../media/image38.png"/><Relationship Id="rId14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jpg"/><Relationship Id="rId4" Type="http://schemas.openxmlformats.org/officeDocument/2006/relationships/image" Target="../media/image64.jpg"/><Relationship Id="rId9" Type="http://schemas.openxmlformats.org/officeDocument/2006/relationships/image" Target="../media/image46.png"/><Relationship Id="rId5" Type="http://schemas.openxmlformats.org/officeDocument/2006/relationships/image" Target="../media/image8.png"/><Relationship Id="rId6" Type="http://schemas.openxmlformats.org/officeDocument/2006/relationships/image" Target="../media/image61.png"/><Relationship Id="rId7" Type="http://schemas.openxmlformats.org/officeDocument/2006/relationships/image" Target="../media/image56.png"/><Relationship Id="rId8" Type="http://schemas.openxmlformats.org/officeDocument/2006/relationships/image" Target="../media/image55.jpg"/><Relationship Id="rId11" Type="http://schemas.openxmlformats.org/officeDocument/2006/relationships/image" Target="../media/image60.png"/><Relationship Id="rId10" Type="http://schemas.openxmlformats.org/officeDocument/2006/relationships/image" Target="../media/image52.png"/><Relationship Id="rId13" Type="http://schemas.openxmlformats.org/officeDocument/2006/relationships/image" Target="../media/image66.png"/><Relationship Id="rId12" Type="http://schemas.openxmlformats.org/officeDocument/2006/relationships/image" Target="../media/image62.png"/><Relationship Id="rId15" Type="http://schemas.openxmlformats.org/officeDocument/2006/relationships/image" Target="../media/image63.png"/><Relationship Id="rId14" Type="http://schemas.openxmlformats.org/officeDocument/2006/relationships/image" Target="../media/image57.png"/><Relationship Id="rId16" Type="http://schemas.openxmlformats.org/officeDocument/2006/relationships/image" Target="../media/image6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8.png"/><Relationship Id="rId7" Type="http://schemas.openxmlformats.org/officeDocument/2006/relationships/image" Target="../media/image67.png"/><Relationship Id="rId8" Type="http://schemas.openxmlformats.org/officeDocument/2006/relationships/image" Target="../media/image6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4"/>
          <p:cNvSpPr txBox="1"/>
          <p:nvPr>
            <p:ph idx="1" type="subTitle"/>
          </p:nvPr>
        </p:nvSpPr>
        <p:spPr>
          <a:xfrm>
            <a:off x="4141896" y="3595750"/>
            <a:ext cx="4287000" cy="4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Inżynieria Oprogramowania 2024/2025</a:t>
            </a:r>
            <a:endParaRPr/>
          </a:p>
        </p:txBody>
      </p:sp>
      <p:sp>
        <p:nvSpPr>
          <p:cNvPr id="502" name="Google Shape;502;p34"/>
          <p:cNvSpPr txBox="1"/>
          <p:nvPr>
            <p:ph type="ctrTitle"/>
          </p:nvPr>
        </p:nvSpPr>
        <p:spPr>
          <a:xfrm>
            <a:off x="4014300" y="1634350"/>
            <a:ext cx="4414800" cy="106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Plum Job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03" name="Google Shape;503;p34"/>
          <p:cNvSpPr/>
          <p:nvPr/>
        </p:nvSpPr>
        <p:spPr>
          <a:xfrm>
            <a:off x="4397250" y="2783650"/>
            <a:ext cx="4031845" cy="41392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Staatliches"/>
              </a:rPr>
              <a:t>demo projektu</a:t>
            </a:r>
          </a:p>
        </p:txBody>
      </p:sp>
      <p:grpSp>
        <p:nvGrpSpPr>
          <p:cNvPr id="504" name="Google Shape;504;p34"/>
          <p:cNvGrpSpPr/>
          <p:nvPr/>
        </p:nvGrpSpPr>
        <p:grpSpPr>
          <a:xfrm>
            <a:off x="250" y="1528630"/>
            <a:ext cx="3901673" cy="3074819"/>
            <a:chOff x="243" y="1799173"/>
            <a:chExt cx="3558622" cy="2804469"/>
          </a:xfrm>
        </p:grpSpPr>
        <p:grpSp>
          <p:nvGrpSpPr>
            <p:cNvPr id="505" name="Google Shape;505;p34"/>
            <p:cNvGrpSpPr/>
            <p:nvPr/>
          </p:nvGrpSpPr>
          <p:grpSpPr>
            <a:xfrm>
              <a:off x="243" y="2859180"/>
              <a:ext cx="3542971" cy="1744462"/>
              <a:chOff x="5065575" y="2591902"/>
              <a:chExt cx="4086000" cy="2011835"/>
            </a:xfrm>
          </p:grpSpPr>
          <p:grpSp>
            <p:nvGrpSpPr>
              <p:cNvPr id="506" name="Google Shape;506;p34"/>
              <p:cNvGrpSpPr/>
              <p:nvPr/>
            </p:nvGrpSpPr>
            <p:grpSpPr>
              <a:xfrm>
                <a:off x="5463399" y="2591902"/>
                <a:ext cx="3275149" cy="2011835"/>
                <a:chOff x="5565749" y="2591902"/>
                <a:chExt cx="3275149" cy="2011835"/>
              </a:xfrm>
            </p:grpSpPr>
            <p:sp>
              <p:nvSpPr>
                <p:cNvPr id="507" name="Google Shape;507;p34"/>
                <p:cNvSpPr/>
                <p:nvPr/>
              </p:nvSpPr>
              <p:spPr>
                <a:xfrm>
                  <a:off x="8222923" y="3134384"/>
                  <a:ext cx="617975" cy="1469351"/>
                </a:xfrm>
                <a:custGeom>
                  <a:rect b="b" l="l" r="r" t="t"/>
                  <a:pathLst>
                    <a:path extrusionOk="0" fill="none" h="23123" w="9725">
                      <a:moveTo>
                        <a:pt x="1" y="23122"/>
                      </a:moveTo>
                      <a:lnTo>
                        <a:pt x="9724" y="23122"/>
                      </a:lnTo>
                      <a:lnTo>
                        <a:pt x="97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miter lim="2282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34"/>
                <p:cNvSpPr/>
                <p:nvPr/>
              </p:nvSpPr>
              <p:spPr>
                <a:xfrm>
                  <a:off x="6451940" y="2591902"/>
                  <a:ext cx="617975" cy="2011835"/>
                </a:xfrm>
                <a:custGeom>
                  <a:rect b="b" l="l" r="r" t="t"/>
                  <a:pathLst>
                    <a:path extrusionOk="0" fill="none" h="31660" w="9725">
                      <a:moveTo>
                        <a:pt x="1" y="31659"/>
                      </a:moveTo>
                      <a:lnTo>
                        <a:pt x="9724" y="31659"/>
                      </a:lnTo>
                      <a:lnTo>
                        <a:pt x="9724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miter lim="2282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34"/>
                <p:cNvSpPr/>
                <p:nvPr/>
              </p:nvSpPr>
              <p:spPr>
                <a:xfrm>
                  <a:off x="5565749" y="3159040"/>
                  <a:ext cx="617975" cy="1444696"/>
                </a:xfrm>
                <a:custGeom>
                  <a:rect b="b" l="l" r="r" t="t"/>
                  <a:pathLst>
                    <a:path extrusionOk="0" fill="none" h="22735" w="9725">
                      <a:moveTo>
                        <a:pt x="1" y="22734"/>
                      </a:moveTo>
                      <a:lnTo>
                        <a:pt x="9724" y="22734"/>
                      </a:lnTo>
                      <a:lnTo>
                        <a:pt x="97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miter lim="2282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34"/>
                <p:cNvSpPr/>
                <p:nvPr/>
              </p:nvSpPr>
              <p:spPr>
                <a:xfrm>
                  <a:off x="7336733" y="3568078"/>
                  <a:ext cx="617912" cy="1035656"/>
                </a:xfrm>
                <a:custGeom>
                  <a:rect b="b" l="l" r="r" t="t"/>
                  <a:pathLst>
                    <a:path extrusionOk="0" fill="none" h="16298" w="9724">
                      <a:moveTo>
                        <a:pt x="0" y="16297"/>
                      </a:moveTo>
                      <a:lnTo>
                        <a:pt x="9724" y="16297"/>
                      </a:lnTo>
                      <a:lnTo>
                        <a:pt x="97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miter lim="2282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511" name="Google Shape;511;p34"/>
              <p:cNvCxnSpPr/>
              <p:nvPr/>
            </p:nvCxnSpPr>
            <p:spPr>
              <a:xfrm>
                <a:off x="5065575" y="4603533"/>
                <a:ext cx="4086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12" name="Google Shape;512;p34"/>
            <p:cNvSpPr/>
            <p:nvPr/>
          </p:nvSpPr>
          <p:spPr>
            <a:xfrm>
              <a:off x="1830055" y="3092064"/>
              <a:ext cx="275513" cy="274245"/>
            </a:xfrm>
            <a:custGeom>
              <a:rect b="b" l="l" r="r" t="t"/>
              <a:pathLst>
                <a:path extrusionOk="0" fill="none" h="4977" w="5000">
                  <a:moveTo>
                    <a:pt x="1598" y="2694"/>
                  </a:moveTo>
                  <a:cubicBezTo>
                    <a:pt x="1690" y="3173"/>
                    <a:pt x="2169" y="3470"/>
                    <a:pt x="2648" y="3356"/>
                  </a:cubicBezTo>
                  <a:cubicBezTo>
                    <a:pt x="3128" y="3264"/>
                    <a:pt x="3424" y="2785"/>
                    <a:pt x="3333" y="2306"/>
                  </a:cubicBezTo>
                  <a:cubicBezTo>
                    <a:pt x="3219" y="1826"/>
                    <a:pt x="2740" y="1530"/>
                    <a:pt x="2260" y="1621"/>
                  </a:cubicBezTo>
                  <a:cubicBezTo>
                    <a:pt x="1781" y="1735"/>
                    <a:pt x="1484" y="2214"/>
                    <a:pt x="1598" y="2694"/>
                  </a:cubicBezTo>
                  <a:close/>
                  <a:moveTo>
                    <a:pt x="1553" y="685"/>
                  </a:moveTo>
                  <a:lnTo>
                    <a:pt x="1553" y="183"/>
                  </a:lnTo>
                  <a:lnTo>
                    <a:pt x="2352" y="0"/>
                  </a:lnTo>
                  <a:lnTo>
                    <a:pt x="2580" y="457"/>
                  </a:lnTo>
                  <a:cubicBezTo>
                    <a:pt x="2763" y="457"/>
                    <a:pt x="2945" y="480"/>
                    <a:pt x="3105" y="548"/>
                  </a:cubicBezTo>
                  <a:lnTo>
                    <a:pt x="3470" y="183"/>
                  </a:lnTo>
                  <a:lnTo>
                    <a:pt x="4155" y="640"/>
                  </a:lnTo>
                  <a:lnTo>
                    <a:pt x="3995" y="1096"/>
                  </a:lnTo>
                  <a:cubicBezTo>
                    <a:pt x="4109" y="1233"/>
                    <a:pt x="4223" y="1393"/>
                    <a:pt x="4315" y="1553"/>
                  </a:cubicBezTo>
                  <a:lnTo>
                    <a:pt x="4817" y="1553"/>
                  </a:lnTo>
                  <a:lnTo>
                    <a:pt x="4999" y="2351"/>
                  </a:lnTo>
                  <a:lnTo>
                    <a:pt x="4543" y="2580"/>
                  </a:lnTo>
                  <a:cubicBezTo>
                    <a:pt x="4520" y="2762"/>
                    <a:pt x="4497" y="2922"/>
                    <a:pt x="4452" y="3105"/>
                  </a:cubicBezTo>
                  <a:lnTo>
                    <a:pt x="4794" y="3447"/>
                  </a:lnTo>
                  <a:lnTo>
                    <a:pt x="4360" y="4155"/>
                  </a:lnTo>
                  <a:lnTo>
                    <a:pt x="3881" y="3995"/>
                  </a:lnTo>
                  <a:cubicBezTo>
                    <a:pt x="3744" y="4109"/>
                    <a:pt x="3607" y="4223"/>
                    <a:pt x="3447" y="4292"/>
                  </a:cubicBezTo>
                  <a:lnTo>
                    <a:pt x="3447" y="4794"/>
                  </a:lnTo>
                  <a:lnTo>
                    <a:pt x="2626" y="4976"/>
                  </a:lnTo>
                  <a:lnTo>
                    <a:pt x="2420" y="4543"/>
                  </a:lnTo>
                  <a:cubicBezTo>
                    <a:pt x="2238" y="4520"/>
                    <a:pt x="2055" y="4497"/>
                    <a:pt x="1872" y="4428"/>
                  </a:cubicBezTo>
                  <a:lnTo>
                    <a:pt x="1530" y="4794"/>
                  </a:lnTo>
                  <a:lnTo>
                    <a:pt x="822" y="4360"/>
                  </a:lnTo>
                  <a:lnTo>
                    <a:pt x="1005" y="3881"/>
                  </a:lnTo>
                  <a:cubicBezTo>
                    <a:pt x="868" y="3744"/>
                    <a:pt x="777" y="3607"/>
                    <a:pt x="685" y="3424"/>
                  </a:cubicBezTo>
                  <a:lnTo>
                    <a:pt x="183" y="3424"/>
                  </a:lnTo>
                  <a:lnTo>
                    <a:pt x="1" y="2625"/>
                  </a:lnTo>
                  <a:lnTo>
                    <a:pt x="457" y="2420"/>
                  </a:lnTo>
                  <a:cubicBezTo>
                    <a:pt x="457" y="2237"/>
                    <a:pt x="503" y="2055"/>
                    <a:pt x="548" y="1872"/>
                  </a:cubicBezTo>
                  <a:lnTo>
                    <a:pt x="183" y="1530"/>
                  </a:lnTo>
                  <a:lnTo>
                    <a:pt x="640" y="822"/>
                  </a:lnTo>
                  <a:lnTo>
                    <a:pt x="1119" y="982"/>
                  </a:lnTo>
                  <a:cubicBezTo>
                    <a:pt x="1233" y="868"/>
                    <a:pt x="1393" y="754"/>
                    <a:pt x="1553" y="68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3" name="Google Shape;513;p34"/>
            <p:cNvGrpSpPr/>
            <p:nvPr/>
          </p:nvGrpSpPr>
          <p:grpSpPr>
            <a:xfrm>
              <a:off x="1173433" y="1799173"/>
              <a:ext cx="2011090" cy="1430007"/>
              <a:chOff x="6418579" y="1369428"/>
              <a:chExt cx="2319329" cy="1649183"/>
            </a:xfrm>
          </p:grpSpPr>
          <p:sp>
            <p:nvSpPr>
              <p:cNvPr id="514" name="Google Shape;514;p34"/>
              <p:cNvSpPr/>
              <p:nvPr/>
            </p:nvSpPr>
            <p:spPr>
              <a:xfrm>
                <a:off x="6418579" y="1369428"/>
                <a:ext cx="2319329" cy="1649183"/>
              </a:xfrm>
              <a:custGeom>
                <a:rect b="b" l="l" r="r" t="t"/>
                <a:pathLst>
                  <a:path extrusionOk="0" h="25953" w="36499">
                    <a:moveTo>
                      <a:pt x="1644" y="0"/>
                    </a:moveTo>
                    <a:cubicBezTo>
                      <a:pt x="731" y="0"/>
                      <a:pt x="1" y="730"/>
                      <a:pt x="1" y="1621"/>
                    </a:cubicBezTo>
                    <a:lnTo>
                      <a:pt x="1" y="24332"/>
                    </a:lnTo>
                    <a:cubicBezTo>
                      <a:pt x="1" y="25222"/>
                      <a:pt x="731" y="25952"/>
                      <a:pt x="1644" y="25952"/>
                    </a:cubicBezTo>
                    <a:lnTo>
                      <a:pt x="34855" y="25952"/>
                    </a:lnTo>
                    <a:cubicBezTo>
                      <a:pt x="35768" y="25952"/>
                      <a:pt x="36499" y="25222"/>
                      <a:pt x="36499" y="24332"/>
                    </a:cubicBezTo>
                    <a:lnTo>
                      <a:pt x="36499" y="1621"/>
                    </a:lnTo>
                    <a:cubicBezTo>
                      <a:pt x="36499" y="730"/>
                      <a:pt x="35768" y="0"/>
                      <a:pt x="348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34"/>
              <p:cNvSpPr/>
              <p:nvPr/>
            </p:nvSpPr>
            <p:spPr>
              <a:xfrm>
                <a:off x="6418579" y="1369428"/>
                <a:ext cx="2319329" cy="1649183"/>
              </a:xfrm>
              <a:custGeom>
                <a:rect b="b" l="l" r="r" t="t"/>
                <a:pathLst>
                  <a:path extrusionOk="0" fill="none" h="25953" w="36499">
                    <a:moveTo>
                      <a:pt x="34855" y="25952"/>
                    </a:moveTo>
                    <a:lnTo>
                      <a:pt x="1644" y="25952"/>
                    </a:lnTo>
                    <a:cubicBezTo>
                      <a:pt x="731" y="25952"/>
                      <a:pt x="1" y="25222"/>
                      <a:pt x="1" y="24332"/>
                    </a:cubicBezTo>
                    <a:lnTo>
                      <a:pt x="1" y="1621"/>
                    </a:lnTo>
                    <a:cubicBezTo>
                      <a:pt x="1" y="730"/>
                      <a:pt x="731" y="0"/>
                      <a:pt x="1644" y="0"/>
                    </a:cubicBezTo>
                    <a:lnTo>
                      <a:pt x="34855" y="0"/>
                    </a:lnTo>
                    <a:cubicBezTo>
                      <a:pt x="35768" y="0"/>
                      <a:pt x="36499" y="730"/>
                      <a:pt x="36499" y="1621"/>
                    </a:cubicBezTo>
                    <a:lnTo>
                      <a:pt x="36499" y="24332"/>
                    </a:lnTo>
                    <a:cubicBezTo>
                      <a:pt x="36499" y="25222"/>
                      <a:pt x="35768" y="25952"/>
                      <a:pt x="34855" y="2595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34"/>
              <p:cNvSpPr/>
              <p:nvPr/>
            </p:nvSpPr>
            <p:spPr>
              <a:xfrm>
                <a:off x="6418579" y="1369428"/>
                <a:ext cx="2319329" cy="136368"/>
              </a:xfrm>
              <a:custGeom>
                <a:rect b="b" l="l" r="r" t="t"/>
                <a:pathLst>
                  <a:path extrusionOk="0" h="2146" w="36499">
                    <a:moveTo>
                      <a:pt x="1279" y="0"/>
                    </a:moveTo>
                    <a:cubicBezTo>
                      <a:pt x="572" y="0"/>
                      <a:pt x="1" y="639"/>
                      <a:pt x="1" y="1438"/>
                    </a:cubicBezTo>
                    <a:lnTo>
                      <a:pt x="1" y="2146"/>
                    </a:lnTo>
                    <a:lnTo>
                      <a:pt x="36499" y="2146"/>
                    </a:lnTo>
                    <a:lnTo>
                      <a:pt x="36499" y="1438"/>
                    </a:lnTo>
                    <a:cubicBezTo>
                      <a:pt x="36499" y="639"/>
                      <a:pt x="35928" y="0"/>
                      <a:pt x="352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6418579" y="1369428"/>
                <a:ext cx="2319329" cy="136368"/>
              </a:xfrm>
              <a:custGeom>
                <a:rect b="b" l="l" r="r" t="t"/>
                <a:pathLst>
                  <a:path extrusionOk="0" fill="none" h="2146" w="36499">
                    <a:moveTo>
                      <a:pt x="35220" y="0"/>
                    </a:moveTo>
                    <a:lnTo>
                      <a:pt x="1279" y="0"/>
                    </a:lnTo>
                    <a:cubicBezTo>
                      <a:pt x="572" y="0"/>
                      <a:pt x="1" y="639"/>
                      <a:pt x="1" y="1438"/>
                    </a:cubicBezTo>
                    <a:lnTo>
                      <a:pt x="1" y="2146"/>
                    </a:lnTo>
                    <a:lnTo>
                      <a:pt x="36499" y="2146"/>
                    </a:lnTo>
                    <a:lnTo>
                      <a:pt x="36499" y="1438"/>
                    </a:lnTo>
                    <a:cubicBezTo>
                      <a:pt x="36499" y="639"/>
                      <a:pt x="35928" y="0"/>
                      <a:pt x="3522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6478057" y="1408572"/>
                <a:ext cx="56619" cy="58080"/>
              </a:xfrm>
              <a:custGeom>
                <a:rect b="b" l="l" r="r" t="t"/>
                <a:pathLst>
                  <a:path extrusionOk="0" fill="none" h="914" w="891">
                    <a:moveTo>
                      <a:pt x="891" y="457"/>
                    </a:moveTo>
                    <a:cubicBezTo>
                      <a:pt x="891" y="708"/>
                      <a:pt x="685" y="913"/>
                      <a:pt x="434" y="913"/>
                    </a:cubicBezTo>
                    <a:cubicBezTo>
                      <a:pt x="183" y="913"/>
                      <a:pt x="1" y="708"/>
                      <a:pt x="1" y="457"/>
                    </a:cubicBezTo>
                    <a:cubicBezTo>
                      <a:pt x="1" y="206"/>
                      <a:pt x="183" y="0"/>
                      <a:pt x="434" y="0"/>
                    </a:cubicBezTo>
                    <a:cubicBezTo>
                      <a:pt x="685" y="0"/>
                      <a:pt x="891" y="206"/>
                      <a:pt x="891" y="45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6585383" y="1408572"/>
                <a:ext cx="56619" cy="58080"/>
              </a:xfrm>
              <a:custGeom>
                <a:rect b="b" l="l" r="r" t="t"/>
                <a:pathLst>
                  <a:path extrusionOk="0" fill="none" h="914" w="891">
                    <a:moveTo>
                      <a:pt x="891" y="457"/>
                    </a:moveTo>
                    <a:cubicBezTo>
                      <a:pt x="891" y="708"/>
                      <a:pt x="708" y="913"/>
                      <a:pt x="457" y="913"/>
                    </a:cubicBezTo>
                    <a:cubicBezTo>
                      <a:pt x="206" y="913"/>
                      <a:pt x="1" y="708"/>
                      <a:pt x="1" y="457"/>
                    </a:cubicBezTo>
                    <a:cubicBezTo>
                      <a:pt x="1" y="206"/>
                      <a:pt x="206" y="0"/>
                      <a:pt x="457" y="0"/>
                    </a:cubicBezTo>
                    <a:cubicBezTo>
                      <a:pt x="708" y="0"/>
                      <a:pt x="891" y="206"/>
                      <a:pt x="891" y="45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34"/>
              <p:cNvSpPr/>
              <p:nvPr/>
            </p:nvSpPr>
            <p:spPr>
              <a:xfrm>
                <a:off x="6692710" y="1408572"/>
                <a:ext cx="58080" cy="58080"/>
              </a:xfrm>
              <a:custGeom>
                <a:rect b="b" l="l" r="r" t="t"/>
                <a:pathLst>
                  <a:path extrusionOk="0" fill="none" h="914" w="914">
                    <a:moveTo>
                      <a:pt x="914" y="457"/>
                    </a:moveTo>
                    <a:cubicBezTo>
                      <a:pt x="914" y="708"/>
                      <a:pt x="708" y="913"/>
                      <a:pt x="457" y="913"/>
                    </a:cubicBezTo>
                    <a:cubicBezTo>
                      <a:pt x="206" y="913"/>
                      <a:pt x="1" y="708"/>
                      <a:pt x="1" y="457"/>
                    </a:cubicBezTo>
                    <a:cubicBezTo>
                      <a:pt x="1" y="206"/>
                      <a:pt x="206" y="0"/>
                      <a:pt x="457" y="0"/>
                    </a:cubicBezTo>
                    <a:cubicBezTo>
                      <a:pt x="708" y="0"/>
                      <a:pt x="914" y="206"/>
                      <a:pt x="914" y="45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34"/>
              <p:cNvSpPr/>
              <p:nvPr/>
            </p:nvSpPr>
            <p:spPr>
              <a:xfrm>
                <a:off x="6585383" y="1605815"/>
                <a:ext cx="1143047" cy="42130"/>
              </a:xfrm>
              <a:custGeom>
                <a:rect b="b" l="l" r="r" t="t"/>
                <a:pathLst>
                  <a:path extrusionOk="0" h="663" w="17988">
                    <a:moveTo>
                      <a:pt x="320" y="1"/>
                    </a:moveTo>
                    <a:cubicBezTo>
                      <a:pt x="138" y="1"/>
                      <a:pt x="1" y="137"/>
                      <a:pt x="1" y="320"/>
                    </a:cubicBezTo>
                    <a:cubicBezTo>
                      <a:pt x="1" y="503"/>
                      <a:pt x="138" y="662"/>
                      <a:pt x="320" y="662"/>
                    </a:cubicBezTo>
                    <a:lnTo>
                      <a:pt x="17668" y="662"/>
                    </a:lnTo>
                    <a:cubicBezTo>
                      <a:pt x="17850" y="662"/>
                      <a:pt x="17987" y="503"/>
                      <a:pt x="17987" y="320"/>
                    </a:cubicBezTo>
                    <a:cubicBezTo>
                      <a:pt x="17987" y="137"/>
                      <a:pt x="17850" y="1"/>
                      <a:pt x="1766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34"/>
              <p:cNvSpPr/>
              <p:nvPr/>
            </p:nvSpPr>
            <p:spPr>
              <a:xfrm>
                <a:off x="6625988" y="1687026"/>
                <a:ext cx="799269" cy="20398"/>
              </a:xfrm>
              <a:custGeom>
                <a:rect b="b" l="l" r="r" t="t"/>
                <a:pathLst>
                  <a:path extrusionOk="0" h="321" w="12578">
                    <a:moveTo>
                      <a:pt x="161" y="1"/>
                    </a:moveTo>
                    <a:cubicBezTo>
                      <a:pt x="69" y="1"/>
                      <a:pt x="1" y="69"/>
                      <a:pt x="1" y="161"/>
                    </a:cubicBezTo>
                    <a:cubicBezTo>
                      <a:pt x="1" y="252"/>
                      <a:pt x="69" y="320"/>
                      <a:pt x="161" y="320"/>
                    </a:cubicBezTo>
                    <a:lnTo>
                      <a:pt x="12441" y="320"/>
                    </a:lnTo>
                    <a:cubicBezTo>
                      <a:pt x="12509" y="320"/>
                      <a:pt x="12578" y="252"/>
                      <a:pt x="12578" y="161"/>
                    </a:cubicBezTo>
                    <a:cubicBezTo>
                      <a:pt x="12578" y="69"/>
                      <a:pt x="12509" y="1"/>
                      <a:pt x="1244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34"/>
              <p:cNvSpPr/>
              <p:nvPr/>
            </p:nvSpPr>
            <p:spPr>
              <a:xfrm>
                <a:off x="6625988" y="1736336"/>
                <a:ext cx="932714" cy="20398"/>
              </a:xfrm>
              <a:custGeom>
                <a:rect b="b" l="l" r="r" t="t"/>
                <a:pathLst>
                  <a:path extrusionOk="0" h="321" w="14678">
                    <a:moveTo>
                      <a:pt x="161" y="1"/>
                    </a:moveTo>
                    <a:cubicBezTo>
                      <a:pt x="69" y="1"/>
                      <a:pt x="1" y="69"/>
                      <a:pt x="1" y="161"/>
                    </a:cubicBezTo>
                    <a:cubicBezTo>
                      <a:pt x="1" y="229"/>
                      <a:pt x="69" y="320"/>
                      <a:pt x="161" y="320"/>
                    </a:cubicBezTo>
                    <a:lnTo>
                      <a:pt x="14518" y="320"/>
                    </a:lnTo>
                    <a:cubicBezTo>
                      <a:pt x="14609" y="320"/>
                      <a:pt x="14678" y="229"/>
                      <a:pt x="14678" y="161"/>
                    </a:cubicBezTo>
                    <a:cubicBezTo>
                      <a:pt x="14678" y="69"/>
                      <a:pt x="14609" y="1"/>
                      <a:pt x="1451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34"/>
              <p:cNvSpPr/>
              <p:nvPr/>
            </p:nvSpPr>
            <p:spPr>
              <a:xfrm>
                <a:off x="6625988" y="1785647"/>
                <a:ext cx="530918" cy="18936"/>
              </a:xfrm>
              <a:custGeom>
                <a:rect b="b" l="l" r="r" t="t"/>
                <a:pathLst>
                  <a:path extrusionOk="0" h="298" w="8355">
                    <a:moveTo>
                      <a:pt x="161" y="1"/>
                    </a:moveTo>
                    <a:cubicBezTo>
                      <a:pt x="69" y="1"/>
                      <a:pt x="1" y="69"/>
                      <a:pt x="1" y="138"/>
                    </a:cubicBezTo>
                    <a:cubicBezTo>
                      <a:pt x="1" y="229"/>
                      <a:pt x="69" y="298"/>
                      <a:pt x="161" y="298"/>
                    </a:cubicBezTo>
                    <a:lnTo>
                      <a:pt x="8195" y="298"/>
                    </a:lnTo>
                    <a:cubicBezTo>
                      <a:pt x="8286" y="298"/>
                      <a:pt x="8355" y="229"/>
                      <a:pt x="8355" y="138"/>
                    </a:cubicBezTo>
                    <a:cubicBezTo>
                      <a:pt x="8355" y="69"/>
                      <a:pt x="8286" y="1"/>
                      <a:pt x="81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34"/>
              <p:cNvSpPr/>
              <p:nvPr/>
            </p:nvSpPr>
            <p:spPr>
              <a:xfrm>
                <a:off x="8144573" y="1785647"/>
                <a:ext cx="351086" cy="222026"/>
              </a:xfrm>
              <a:custGeom>
                <a:rect b="b" l="l" r="r" t="t"/>
                <a:pathLst>
                  <a:path extrusionOk="0" h="3494" w="5525">
                    <a:moveTo>
                      <a:pt x="3311" y="1"/>
                    </a:moveTo>
                    <a:cubicBezTo>
                      <a:pt x="1507" y="1"/>
                      <a:pt x="24" y="1462"/>
                      <a:pt x="1" y="3265"/>
                    </a:cubicBezTo>
                    <a:lnTo>
                      <a:pt x="1507" y="3493"/>
                    </a:lnTo>
                    <a:cubicBezTo>
                      <a:pt x="1507" y="3447"/>
                      <a:pt x="1507" y="3379"/>
                      <a:pt x="1507" y="3333"/>
                    </a:cubicBezTo>
                    <a:cubicBezTo>
                      <a:pt x="1507" y="2329"/>
                      <a:pt x="2306" y="1507"/>
                      <a:pt x="3311" y="1507"/>
                    </a:cubicBezTo>
                    <a:cubicBezTo>
                      <a:pt x="3836" y="1507"/>
                      <a:pt x="4315" y="1736"/>
                      <a:pt x="4635" y="2078"/>
                    </a:cubicBezTo>
                    <a:lnTo>
                      <a:pt x="5525" y="845"/>
                    </a:lnTo>
                    <a:cubicBezTo>
                      <a:pt x="4931" y="320"/>
                      <a:pt x="4155" y="1"/>
                      <a:pt x="3311" y="1"/>
                    </a:cubicBezTo>
                    <a:close/>
                  </a:path>
                </a:pathLst>
              </a:custGeom>
              <a:solidFill>
                <a:srgbClr val="730D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34"/>
              <p:cNvSpPr/>
              <p:nvPr/>
            </p:nvSpPr>
            <p:spPr>
              <a:xfrm>
                <a:off x="8144573" y="1785647"/>
                <a:ext cx="351086" cy="222026"/>
              </a:xfrm>
              <a:custGeom>
                <a:rect b="b" l="l" r="r" t="t"/>
                <a:pathLst>
                  <a:path extrusionOk="0" fill="none" h="3494" w="5525">
                    <a:moveTo>
                      <a:pt x="3311" y="1"/>
                    </a:moveTo>
                    <a:cubicBezTo>
                      <a:pt x="1507" y="1"/>
                      <a:pt x="24" y="1462"/>
                      <a:pt x="1" y="3265"/>
                    </a:cubicBezTo>
                    <a:lnTo>
                      <a:pt x="1507" y="3493"/>
                    </a:lnTo>
                    <a:cubicBezTo>
                      <a:pt x="1507" y="3447"/>
                      <a:pt x="1507" y="3379"/>
                      <a:pt x="1507" y="3333"/>
                    </a:cubicBezTo>
                    <a:cubicBezTo>
                      <a:pt x="1507" y="2329"/>
                      <a:pt x="2306" y="1507"/>
                      <a:pt x="3311" y="1507"/>
                    </a:cubicBezTo>
                    <a:cubicBezTo>
                      <a:pt x="3836" y="1507"/>
                      <a:pt x="4315" y="1736"/>
                      <a:pt x="4635" y="2078"/>
                    </a:cubicBezTo>
                    <a:lnTo>
                      <a:pt x="5525" y="845"/>
                    </a:lnTo>
                    <a:cubicBezTo>
                      <a:pt x="4931" y="320"/>
                      <a:pt x="4155" y="1"/>
                      <a:pt x="3311" y="1"/>
                    </a:cubicBezTo>
                    <a:close/>
                  </a:path>
                </a:pathLst>
              </a:custGeom>
              <a:solidFill>
                <a:srgbClr val="730D3F"/>
              </a:solidFill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34"/>
              <p:cNvSpPr/>
              <p:nvPr/>
            </p:nvSpPr>
            <p:spPr>
              <a:xfrm>
                <a:off x="8146035" y="1863998"/>
                <a:ext cx="420731" cy="343842"/>
              </a:xfrm>
              <a:custGeom>
                <a:rect b="b" l="l" r="r" t="t"/>
                <a:pathLst>
                  <a:path extrusionOk="0" h="5411" w="6621">
                    <a:moveTo>
                      <a:pt x="5867" y="0"/>
                    </a:moveTo>
                    <a:lnTo>
                      <a:pt x="4863" y="1210"/>
                    </a:lnTo>
                    <a:cubicBezTo>
                      <a:pt x="5022" y="1461"/>
                      <a:pt x="5114" y="1758"/>
                      <a:pt x="5114" y="2100"/>
                    </a:cubicBezTo>
                    <a:cubicBezTo>
                      <a:pt x="5114" y="3082"/>
                      <a:pt x="4292" y="3904"/>
                      <a:pt x="3288" y="3904"/>
                    </a:cubicBezTo>
                    <a:cubicBezTo>
                      <a:pt x="2512" y="3904"/>
                      <a:pt x="1827" y="3401"/>
                      <a:pt x="1599" y="2694"/>
                    </a:cubicBezTo>
                    <a:cubicBezTo>
                      <a:pt x="1165" y="2671"/>
                      <a:pt x="480" y="2603"/>
                      <a:pt x="1" y="2557"/>
                    </a:cubicBezTo>
                    <a:lnTo>
                      <a:pt x="1" y="2557"/>
                    </a:lnTo>
                    <a:cubicBezTo>
                      <a:pt x="229" y="4177"/>
                      <a:pt x="1621" y="5410"/>
                      <a:pt x="3288" y="5410"/>
                    </a:cubicBezTo>
                    <a:cubicBezTo>
                      <a:pt x="5137" y="5410"/>
                      <a:pt x="6620" y="3926"/>
                      <a:pt x="6620" y="2100"/>
                    </a:cubicBezTo>
                    <a:cubicBezTo>
                      <a:pt x="6620" y="1301"/>
                      <a:pt x="6346" y="571"/>
                      <a:pt x="58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34"/>
              <p:cNvSpPr/>
              <p:nvPr/>
            </p:nvSpPr>
            <p:spPr>
              <a:xfrm>
                <a:off x="8146035" y="1863998"/>
                <a:ext cx="420731" cy="343842"/>
              </a:xfrm>
              <a:custGeom>
                <a:rect b="b" l="l" r="r" t="t"/>
                <a:pathLst>
                  <a:path extrusionOk="0" fill="none" h="5411" w="6621">
                    <a:moveTo>
                      <a:pt x="3288" y="5410"/>
                    </a:moveTo>
                    <a:cubicBezTo>
                      <a:pt x="5137" y="5410"/>
                      <a:pt x="6620" y="3926"/>
                      <a:pt x="6620" y="2100"/>
                    </a:cubicBezTo>
                    <a:cubicBezTo>
                      <a:pt x="6620" y="1301"/>
                      <a:pt x="6346" y="571"/>
                      <a:pt x="5867" y="0"/>
                    </a:cubicBezTo>
                    <a:lnTo>
                      <a:pt x="4863" y="1210"/>
                    </a:lnTo>
                    <a:cubicBezTo>
                      <a:pt x="5022" y="1461"/>
                      <a:pt x="5114" y="1758"/>
                      <a:pt x="5114" y="2100"/>
                    </a:cubicBezTo>
                    <a:cubicBezTo>
                      <a:pt x="5114" y="3082"/>
                      <a:pt x="4292" y="3904"/>
                      <a:pt x="3288" y="3904"/>
                    </a:cubicBezTo>
                    <a:cubicBezTo>
                      <a:pt x="2512" y="3904"/>
                      <a:pt x="1827" y="3401"/>
                      <a:pt x="1599" y="2694"/>
                    </a:cubicBezTo>
                    <a:cubicBezTo>
                      <a:pt x="1165" y="2671"/>
                      <a:pt x="480" y="2603"/>
                      <a:pt x="1" y="2557"/>
                    </a:cubicBezTo>
                    <a:cubicBezTo>
                      <a:pt x="229" y="4177"/>
                      <a:pt x="1621" y="5410"/>
                      <a:pt x="3288" y="541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8378099" y="2322347"/>
                <a:ext cx="188665" cy="211795"/>
              </a:xfrm>
              <a:custGeom>
                <a:rect b="b" l="l" r="r" t="t"/>
                <a:pathLst>
                  <a:path extrusionOk="0" h="3333" w="2969">
                    <a:moveTo>
                      <a:pt x="320" y="0"/>
                    </a:moveTo>
                    <a:lnTo>
                      <a:pt x="1" y="1461"/>
                    </a:lnTo>
                    <a:cubicBezTo>
                      <a:pt x="823" y="1644"/>
                      <a:pt x="1462" y="2374"/>
                      <a:pt x="1462" y="3241"/>
                    </a:cubicBezTo>
                    <a:cubicBezTo>
                      <a:pt x="1462" y="3264"/>
                      <a:pt x="1462" y="3264"/>
                      <a:pt x="1462" y="3264"/>
                    </a:cubicBezTo>
                    <a:lnTo>
                      <a:pt x="2968" y="3333"/>
                    </a:lnTo>
                    <a:cubicBezTo>
                      <a:pt x="2968" y="3310"/>
                      <a:pt x="2968" y="3264"/>
                      <a:pt x="2968" y="3241"/>
                    </a:cubicBezTo>
                    <a:cubicBezTo>
                      <a:pt x="2968" y="1644"/>
                      <a:pt x="1827" y="297"/>
                      <a:pt x="3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34"/>
              <p:cNvSpPr/>
              <p:nvPr/>
            </p:nvSpPr>
            <p:spPr>
              <a:xfrm>
                <a:off x="8378099" y="2322347"/>
                <a:ext cx="188665" cy="211795"/>
              </a:xfrm>
              <a:custGeom>
                <a:rect b="b" l="l" r="r" t="t"/>
                <a:pathLst>
                  <a:path extrusionOk="0" fill="none" h="3333" w="2969">
                    <a:moveTo>
                      <a:pt x="2968" y="3333"/>
                    </a:moveTo>
                    <a:cubicBezTo>
                      <a:pt x="2968" y="3310"/>
                      <a:pt x="2968" y="3264"/>
                      <a:pt x="2968" y="3241"/>
                    </a:cubicBezTo>
                    <a:cubicBezTo>
                      <a:pt x="2968" y="1644"/>
                      <a:pt x="1827" y="297"/>
                      <a:pt x="320" y="0"/>
                    </a:cubicBezTo>
                    <a:lnTo>
                      <a:pt x="1" y="1461"/>
                    </a:lnTo>
                    <a:cubicBezTo>
                      <a:pt x="823" y="1644"/>
                      <a:pt x="1462" y="2374"/>
                      <a:pt x="1462" y="3241"/>
                    </a:cubicBezTo>
                    <a:cubicBezTo>
                      <a:pt x="1462" y="3264"/>
                      <a:pt x="1462" y="3264"/>
                      <a:pt x="1462" y="3264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34"/>
              <p:cNvSpPr/>
              <p:nvPr/>
            </p:nvSpPr>
            <p:spPr>
              <a:xfrm>
                <a:off x="8144573" y="2317962"/>
                <a:ext cx="417808" cy="422129"/>
              </a:xfrm>
              <a:custGeom>
                <a:rect b="b" l="l" r="r" t="t"/>
                <a:pathLst>
                  <a:path extrusionOk="0" h="6643" w="6575">
                    <a:moveTo>
                      <a:pt x="3311" y="1"/>
                    </a:moveTo>
                    <a:cubicBezTo>
                      <a:pt x="1485" y="1"/>
                      <a:pt x="1" y="1484"/>
                      <a:pt x="1" y="3310"/>
                    </a:cubicBezTo>
                    <a:cubicBezTo>
                      <a:pt x="1" y="5159"/>
                      <a:pt x="1485" y="6643"/>
                      <a:pt x="3311" y="6643"/>
                    </a:cubicBezTo>
                    <a:cubicBezTo>
                      <a:pt x="4954" y="6643"/>
                      <a:pt x="6301" y="5456"/>
                      <a:pt x="6575" y="3904"/>
                    </a:cubicBezTo>
                    <a:lnTo>
                      <a:pt x="5023" y="3904"/>
                    </a:lnTo>
                    <a:cubicBezTo>
                      <a:pt x="4771" y="4611"/>
                      <a:pt x="4110" y="5136"/>
                      <a:pt x="3311" y="5136"/>
                    </a:cubicBezTo>
                    <a:cubicBezTo>
                      <a:pt x="2306" y="5136"/>
                      <a:pt x="1507" y="4315"/>
                      <a:pt x="1507" y="3310"/>
                    </a:cubicBezTo>
                    <a:cubicBezTo>
                      <a:pt x="1507" y="2329"/>
                      <a:pt x="2284" y="1553"/>
                      <a:pt x="3242" y="1507"/>
                    </a:cubicBezTo>
                    <a:lnTo>
                      <a:pt x="3539" y="1"/>
                    </a:lnTo>
                    <a:close/>
                  </a:path>
                </a:pathLst>
              </a:custGeom>
              <a:solidFill>
                <a:srgbClr val="730D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34"/>
              <p:cNvSpPr/>
              <p:nvPr/>
            </p:nvSpPr>
            <p:spPr>
              <a:xfrm>
                <a:off x="8144573" y="2317962"/>
                <a:ext cx="417808" cy="422129"/>
              </a:xfrm>
              <a:custGeom>
                <a:rect b="b" l="l" r="r" t="t"/>
                <a:pathLst>
                  <a:path extrusionOk="0" fill="none" h="6643" w="6575">
                    <a:moveTo>
                      <a:pt x="6575" y="3904"/>
                    </a:moveTo>
                    <a:lnTo>
                      <a:pt x="5023" y="3904"/>
                    </a:lnTo>
                    <a:cubicBezTo>
                      <a:pt x="4771" y="4611"/>
                      <a:pt x="4110" y="5136"/>
                      <a:pt x="3311" y="5136"/>
                    </a:cubicBezTo>
                    <a:cubicBezTo>
                      <a:pt x="2306" y="5136"/>
                      <a:pt x="1507" y="4315"/>
                      <a:pt x="1507" y="3310"/>
                    </a:cubicBezTo>
                    <a:cubicBezTo>
                      <a:pt x="1507" y="2329"/>
                      <a:pt x="2284" y="1553"/>
                      <a:pt x="3242" y="1507"/>
                    </a:cubicBezTo>
                    <a:lnTo>
                      <a:pt x="3539" y="1"/>
                    </a:lnTo>
                    <a:cubicBezTo>
                      <a:pt x="3470" y="1"/>
                      <a:pt x="3402" y="1"/>
                      <a:pt x="3311" y="1"/>
                    </a:cubicBezTo>
                    <a:cubicBezTo>
                      <a:pt x="1485" y="1"/>
                      <a:pt x="1" y="1484"/>
                      <a:pt x="1" y="3310"/>
                    </a:cubicBezTo>
                    <a:cubicBezTo>
                      <a:pt x="1" y="5159"/>
                      <a:pt x="1485" y="6643"/>
                      <a:pt x="3311" y="6643"/>
                    </a:cubicBezTo>
                    <a:cubicBezTo>
                      <a:pt x="4954" y="6643"/>
                      <a:pt x="6301" y="5456"/>
                      <a:pt x="6575" y="3904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6454863" y="2812596"/>
                <a:ext cx="1715906" cy="64"/>
              </a:xfrm>
              <a:custGeom>
                <a:rect b="b" l="l" r="r" t="t"/>
                <a:pathLst>
                  <a:path extrusionOk="0" fill="none" h="1" w="27003">
                    <a:moveTo>
                      <a:pt x="1" y="0"/>
                    </a:moveTo>
                    <a:lnTo>
                      <a:pt x="27003" y="0"/>
                    </a:lnTo>
                  </a:path>
                </a:pathLst>
              </a:custGeom>
              <a:noFill/>
              <a:ln cap="rnd" cmpd="sng" w="34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4"/>
              <p:cNvSpPr/>
              <p:nvPr/>
            </p:nvSpPr>
            <p:spPr>
              <a:xfrm>
                <a:off x="7835684" y="1785647"/>
                <a:ext cx="190063" cy="1027014"/>
              </a:xfrm>
              <a:custGeom>
                <a:rect b="b" l="l" r="r" t="t"/>
                <a:pathLst>
                  <a:path extrusionOk="0" h="16162" w="2991">
                    <a:moveTo>
                      <a:pt x="0" y="1"/>
                    </a:moveTo>
                    <a:lnTo>
                      <a:pt x="0" y="16161"/>
                    </a:lnTo>
                    <a:lnTo>
                      <a:pt x="2990" y="16161"/>
                    </a:lnTo>
                    <a:lnTo>
                      <a:pt x="2990" y="1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7320783" y="2287524"/>
                <a:ext cx="188602" cy="525136"/>
              </a:xfrm>
              <a:custGeom>
                <a:rect b="b" l="l" r="r" t="t"/>
                <a:pathLst>
                  <a:path extrusionOk="0" h="8264" w="2968">
                    <a:moveTo>
                      <a:pt x="0" y="0"/>
                    </a:moveTo>
                    <a:lnTo>
                      <a:pt x="0" y="8263"/>
                    </a:lnTo>
                    <a:lnTo>
                      <a:pt x="2968" y="8263"/>
                    </a:lnTo>
                    <a:lnTo>
                      <a:pt x="2968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4"/>
              <p:cNvSpPr/>
              <p:nvPr/>
            </p:nvSpPr>
            <p:spPr>
              <a:xfrm>
                <a:off x="7578964" y="2104769"/>
                <a:ext cx="188602" cy="707891"/>
              </a:xfrm>
              <a:custGeom>
                <a:rect b="b" l="l" r="r" t="t"/>
                <a:pathLst>
                  <a:path extrusionOk="0" h="11140" w="2968">
                    <a:moveTo>
                      <a:pt x="0" y="0"/>
                    </a:moveTo>
                    <a:lnTo>
                      <a:pt x="0" y="11139"/>
                    </a:lnTo>
                    <a:lnTo>
                      <a:pt x="2967" y="11139"/>
                    </a:lnTo>
                    <a:lnTo>
                      <a:pt x="2967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34"/>
              <p:cNvSpPr/>
              <p:nvPr/>
            </p:nvSpPr>
            <p:spPr>
              <a:xfrm>
                <a:off x="6804421" y="1971325"/>
                <a:ext cx="188602" cy="841336"/>
              </a:xfrm>
              <a:custGeom>
                <a:rect b="b" l="l" r="r" t="t"/>
                <a:pathLst>
                  <a:path extrusionOk="0" h="13240" w="2968">
                    <a:moveTo>
                      <a:pt x="0" y="1"/>
                    </a:moveTo>
                    <a:lnTo>
                      <a:pt x="0" y="13239"/>
                    </a:lnTo>
                    <a:lnTo>
                      <a:pt x="2968" y="13239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34"/>
              <p:cNvSpPr/>
              <p:nvPr/>
            </p:nvSpPr>
            <p:spPr>
              <a:xfrm>
                <a:off x="6546240" y="2596480"/>
                <a:ext cx="190063" cy="216180"/>
              </a:xfrm>
              <a:custGeom>
                <a:rect b="b" l="l" r="r" t="t"/>
                <a:pathLst>
                  <a:path extrusionOk="0" h="3402" w="2991">
                    <a:moveTo>
                      <a:pt x="1" y="0"/>
                    </a:moveTo>
                    <a:lnTo>
                      <a:pt x="1" y="3401"/>
                    </a:lnTo>
                    <a:lnTo>
                      <a:pt x="2991" y="3401"/>
                    </a:lnTo>
                    <a:lnTo>
                      <a:pt x="2991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34"/>
              <p:cNvSpPr/>
              <p:nvPr/>
            </p:nvSpPr>
            <p:spPr>
              <a:xfrm>
                <a:off x="7062602" y="2416584"/>
                <a:ext cx="188602" cy="396076"/>
              </a:xfrm>
              <a:custGeom>
                <a:rect b="b" l="l" r="r" t="t"/>
                <a:pathLst>
                  <a:path extrusionOk="0" h="6233" w="2968">
                    <a:moveTo>
                      <a:pt x="0" y="1"/>
                    </a:moveTo>
                    <a:lnTo>
                      <a:pt x="0" y="6232"/>
                    </a:lnTo>
                    <a:lnTo>
                      <a:pt x="2968" y="6232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34"/>
              <p:cNvSpPr/>
              <p:nvPr/>
            </p:nvSpPr>
            <p:spPr>
              <a:xfrm>
                <a:off x="6585383" y="1808905"/>
                <a:ext cx="1151753" cy="512046"/>
              </a:xfrm>
              <a:custGeom>
                <a:rect b="b" l="l" r="r" t="t"/>
                <a:pathLst>
                  <a:path extrusionOk="0" fill="none" h="8058" w="18125">
                    <a:moveTo>
                      <a:pt x="1" y="7395"/>
                    </a:moveTo>
                    <a:lnTo>
                      <a:pt x="3037" y="1621"/>
                    </a:lnTo>
                    <a:lnTo>
                      <a:pt x="6734" y="1621"/>
                    </a:lnTo>
                    <a:lnTo>
                      <a:pt x="9268" y="8057"/>
                    </a:lnTo>
                    <a:lnTo>
                      <a:pt x="11710" y="3310"/>
                    </a:lnTo>
                    <a:lnTo>
                      <a:pt x="13057" y="5273"/>
                    </a:lnTo>
                    <a:lnTo>
                      <a:pt x="18124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34"/>
              <p:cNvSpPr/>
              <p:nvPr/>
            </p:nvSpPr>
            <p:spPr>
              <a:xfrm>
                <a:off x="7306231" y="1995981"/>
                <a:ext cx="46515" cy="47913"/>
              </a:xfrm>
              <a:custGeom>
                <a:rect b="b" l="l" r="r" t="t"/>
                <a:pathLst>
                  <a:path extrusionOk="0" h="754" w="732">
                    <a:moveTo>
                      <a:pt x="366" y="1"/>
                    </a:moveTo>
                    <a:cubicBezTo>
                      <a:pt x="161" y="1"/>
                      <a:pt x="1" y="160"/>
                      <a:pt x="1" y="366"/>
                    </a:cubicBezTo>
                    <a:cubicBezTo>
                      <a:pt x="1" y="571"/>
                      <a:pt x="161" y="754"/>
                      <a:pt x="366" y="754"/>
                    </a:cubicBezTo>
                    <a:cubicBezTo>
                      <a:pt x="572" y="754"/>
                      <a:pt x="731" y="571"/>
                      <a:pt x="731" y="366"/>
                    </a:cubicBezTo>
                    <a:cubicBezTo>
                      <a:pt x="731" y="160"/>
                      <a:pt x="572" y="1"/>
                      <a:pt x="36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34"/>
              <p:cNvSpPr/>
              <p:nvPr/>
            </p:nvSpPr>
            <p:spPr>
              <a:xfrm>
                <a:off x="7391826" y="2122181"/>
                <a:ext cx="46515" cy="47913"/>
              </a:xfrm>
              <a:custGeom>
                <a:rect b="b" l="l" r="r" t="t"/>
                <a:pathLst>
                  <a:path extrusionOk="0" h="754" w="732">
                    <a:moveTo>
                      <a:pt x="366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4"/>
                      <a:pt x="160" y="754"/>
                      <a:pt x="366" y="754"/>
                    </a:cubicBezTo>
                    <a:cubicBezTo>
                      <a:pt x="571" y="754"/>
                      <a:pt x="731" y="594"/>
                      <a:pt x="731" y="388"/>
                    </a:cubicBezTo>
                    <a:cubicBezTo>
                      <a:pt x="731" y="183"/>
                      <a:pt x="571" y="0"/>
                      <a:pt x="3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34"/>
              <p:cNvSpPr/>
              <p:nvPr/>
            </p:nvSpPr>
            <p:spPr>
              <a:xfrm>
                <a:off x="7148196" y="2296230"/>
                <a:ext cx="47913" cy="47913"/>
              </a:xfrm>
              <a:custGeom>
                <a:rect b="b" l="l" r="r" t="t"/>
                <a:pathLst>
                  <a:path extrusionOk="0" h="754" w="754">
                    <a:moveTo>
                      <a:pt x="365" y="0"/>
                    </a:moveTo>
                    <a:cubicBezTo>
                      <a:pt x="160" y="0"/>
                      <a:pt x="0" y="183"/>
                      <a:pt x="0" y="388"/>
                    </a:cubicBezTo>
                    <a:cubicBezTo>
                      <a:pt x="0" y="594"/>
                      <a:pt x="160" y="754"/>
                      <a:pt x="365" y="754"/>
                    </a:cubicBezTo>
                    <a:cubicBezTo>
                      <a:pt x="593" y="754"/>
                      <a:pt x="753" y="594"/>
                      <a:pt x="753" y="388"/>
                    </a:cubicBezTo>
                    <a:cubicBezTo>
                      <a:pt x="753" y="183"/>
                      <a:pt x="593" y="0"/>
                      <a:pt x="36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34"/>
              <p:cNvSpPr/>
              <p:nvPr/>
            </p:nvSpPr>
            <p:spPr>
              <a:xfrm>
                <a:off x="6990098" y="1888653"/>
                <a:ext cx="47913" cy="46451"/>
              </a:xfrm>
              <a:custGeom>
                <a:rect b="b" l="l" r="r" t="t"/>
                <a:pathLst>
                  <a:path extrusionOk="0" h="731" w="754">
                    <a:moveTo>
                      <a:pt x="388" y="0"/>
                    </a:moveTo>
                    <a:cubicBezTo>
                      <a:pt x="183" y="0"/>
                      <a:pt x="0" y="160"/>
                      <a:pt x="0" y="366"/>
                    </a:cubicBezTo>
                    <a:cubicBezTo>
                      <a:pt x="0" y="571"/>
                      <a:pt x="183" y="731"/>
                      <a:pt x="388" y="731"/>
                    </a:cubicBezTo>
                    <a:cubicBezTo>
                      <a:pt x="594" y="731"/>
                      <a:pt x="753" y="571"/>
                      <a:pt x="753" y="366"/>
                    </a:cubicBezTo>
                    <a:cubicBezTo>
                      <a:pt x="753" y="160"/>
                      <a:pt x="594" y="0"/>
                      <a:pt x="38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34"/>
              <p:cNvSpPr/>
              <p:nvPr/>
            </p:nvSpPr>
            <p:spPr>
              <a:xfrm>
                <a:off x="6756572" y="1884269"/>
                <a:ext cx="47913" cy="47976"/>
              </a:xfrm>
              <a:custGeom>
                <a:rect b="b" l="l" r="r" t="t"/>
                <a:pathLst>
                  <a:path extrusionOk="0" h="755" w="754">
                    <a:moveTo>
                      <a:pt x="365" y="1"/>
                    </a:moveTo>
                    <a:cubicBezTo>
                      <a:pt x="160" y="1"/>
                      <a:pt x="0" y="184"/>
                      <a:pt x="0" y="389"/>
                    </a:cubicBezTo>
                    <a:cubicBezTo>
                      <a:pt x="0" y="594"/>
                      <a:pt x="160" y="754"/>
                      <a:pt x="365" y="754"/>
                    </a:cubicBezTo>
                    <a:cubicBezTo>
                      <a:pt x="594" y="754"/>
                      <a:pt x="753" y="594"/>
                      <a:pt x="753" y="389"/>
                    </a:cubicBezTo>
                    <a:cubicBezTo>
                      <a:pt x="753" y="184"/>
                      <a:pt x="594" y="1"/>
                      <a:pt x="36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34"/>
              <p:cNvSpPr/>
              <p:nvPr/>
            </p:nvSpPr>
            <p:spPr>
              <a:xfrm>
                <a:off x="7706561" y="1713142"/>
                <a:ext cx="119020" cy="119020"/>
              </a:xfrm>
              <a:custGeom>
                <a:rect b="b" l="l" r="r" t="t"/>
                <a:pathLst>
                  <a:path extrusionOk="0" h="1873" w="1873">
                    <a:moveTo>
                      <a:pt x="1872" y="1"/>
                    </a:moveTo>
                    <a:lnTo>
                      <a:pt x="1" y="1210"/>
                    </a:lnTo>
                    <a:lnTo>
                      <a:pt x="822" y="1872"/>
                    </a:lnTo>
                    <a:lnTo>
                      <a:pt x="187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34"/>
              <p:cNvSpPr/>
              <p:nvPr/>
            </p:nvSpPr>
            <p:spPr>
              <a:xfrm>
                <a:off x="6990098" y="1911847"/>
                <a:ext cx="24719" cy="24719"/>
              </a:xfrm>
              <a:custGeom>
                <a:rect b="b" l="l" r="r" t="t"/>
                <a:pathLst>
                  <a:path extrusionOk="0" h="389" w="389">
                    <a:moveTo>
                      <a:pt x="183" y="1"/>
                    </a:moveTo>
                    <a:cubicBezTo>
                      <a:pt x="69" y="1"/>
                      <a:pt x="0" y="92"/>
                      <a:pt x="0" y="206"/>
                    </a:cubicBezTo>
                    <a:cubicBezTo>
                      <a:pt x="0" y="297"/>
                      <a:pt x="91" y="389"/>
                      <a:pt x="205" y="389"/>
                    </a:cubicBezTo>
                    <a:cubicBezTo>
                      <a:pt x="297" y="366"/>
                      <a:pt x="388" y="297"/>
                      <a:pt x="388" y="183"/>
                    </a:cubicBezTo>
                    <a:cubicBezTo>
                      <a:pt x="365" y="69"/>
                      <a:pt x="297" y="1"/>
                      <a:pt x="18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34"/>
              <p:cNvSpPr/>
              <p:nvPr/>
            </p:nvSpPr>
            <p:spPr>
              <a:xfrm>
                <a:off x="6422964" y="1878486"/>
                <a:ext cx="50836" cy="27706"/>
              </a:xfrm>
              <a:custGeom>
                <a:rect b="b" l="l" r="r" t="t"/>
                <a:pathLst>
                  <a:path extrusionOk="0" h="436" w="800">
                    <a:moveTo>
                      <a:pt x="0" y="1"/>
                    </a:moveTo>
                    <a:lnTo>
                      <a:pt x="0" y="1"/>
                    </a:lnTo>
                    <a:cubicBezTo>
                      <a:pt x="22" y="197"/>
                      <a:pt x="211" y="436"/>
                      <a:pt x="428" y="436"/>
                    </a:cubicBezTo>
                    <a:cubicBezTo>
                      <a:pt x="437" y="436"/>
                      <a:pt x="447" y="435"/>
                      <a:pt x="457" y="434"/>
                    </a:cubicBezTo>
                    <a:cubicBezTo>
                      <a:pt x="708" y="389"/>
                      <a:pt x="799" y="46"/>
                      <a:pt x="799" y="46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9" name="Google Shape;549;p34"/>
            <p:cNvSpPr/>
            <p:nvPr/>
          </p:nvSpPr>
          <p:spPr>
            <a:xfrm>
              <a:off x="592500" y="2152892"/>
              <a:ext cx="217655" cy="218867"/>
            </a:xfrm>
            <a:custGeom>
              <a:rect b="b" l="l" r="r" t="t"/>
              <a:pathLst>
                <a:path extrusionOk="0" h="3972" w="3950">
                  <a:moveTo>
                    <a:pt x="1256" y="2146"/>
                  </a:moveTo>
                  <a:cubicBezTo>
                    <a:pt x="1347" y="2534"/>
                    <a:pt x="1712" y="2762"/>
                    <a:pt x="2101" y="2694"/>
                  </a:cubicBezTo>
                  <a:cubicBezTo>
                    <a:pt x="2489" y="2602"/>
                    <a:pt x="2717" y="2214"/>
                    <a:pt x="2625" y="1849"/>
                  </a:cubicBezTo>
                  <a:cubicBezTo>
                    <a:pt x="2557" y="1461"/>
                    <a:pt x="2169" y="1210"/>
                    <a:pt x="1781" y="1301"/>
                  </a:cubicBezTo>
                  <a:cubicBezTo>
                    <a:pt x="1416" y="1392"/>
                    <a:pt x="1165" y="1758"/>
                    <a:pt x="1256" y="2146"/>
                  </a:cubicBezTo>
                  <a:close/>
                  <a:moveTo>
                    <a:pt x="1210" y="548"/>
                  </a:moveTo>
                  <a:lnTo>
                    <a:pt x="1233" y="160"/>
                  </a:lnTo>
                  <a:lnTo>
                    <a:pt x="1872" y="0"/>
                  </a:lnTo>
                  <a:lnTo>
                    <a:pt x="2032" y="365"/>
                  </a:lnTo>
                  <a:cubicBezTo>
                    <a:pt x="2192" y="365"/>
                    <a:pt x="2329" y="388"/>
                    <a:pt x="2466" y="434"/>
                  </a:cubicBezTo>
                  <a:lnTo>
                    <a:pt x="2740" y="160"/>
                  </a:lnTo>
                  <a:lnTo>
                    <a:pt x="3287" y="502"/>
                  </a:lnTo>
                  <a:lnTo>
                    <a:pt x="3173" y="890"/>
                  </a:lnTo>
                  <a:cubicBezTo>
                    <a:pt x="3265" y="982"/>
                    <a:pt x="3333" y="1119"/>
                    <a:pt x="3402" y="1233"/>
                  </a:cubicBezTo>
                  <a:lnTo>
                    <a:pt x="3812" y="1233"/>
                  </a:lnTo>
                  <a:lnTo>
                    <a:pt x="3949" y="1872"/>
                  </a:lnTo>
                  <a:lnTo>
                    <a:pt x="3584" y="2054"/>
                  </a:lnTo>
                  <a:cubicBezTo>
                    <a:pt x="3584" y="2191"/>
                    <a:pt x="3561" y="2328"/>
                    <a:pt x="3516" y="2465"/>
                  </a:cubicBezTo>
                  <a:lnTo>
                    <a:pt x="3790" y="2762"/>
                  </a:lnTo>
                  <a:lnTo>
                    <a:pt x="3447" y="3310"/>
                  </a:lnTo>
                  <a:lnTo>
                    <a:pt x="3082" y="3173"/>
                  </a:lnTo>
                  <a:cubicBezTo>
                    <a:pt x="2968" y="3264"/>
                    <a:pt x="2854" y="3355"/>
                    <a:pt x="2717" y="3424"/>
                  </a:cubicBezTo>
                  <a:lnTo>
                    <a:pt x="2717" y="3835"/>
                  </a:lnTo>
                  <a:lnTo>
                    <a:pt x="2078" y="3972"/>
                  </a:lnTo>
                  <a:lnTo>
                    <a:pt x="1918" y="3607"/>
                  </a:lnTo>
                  <a:cubicBezTo>
                    <a:pt x="1758" y="3607"/>
                    <a:pt x="1621" y="3584"/>
                    <a:pt x="1484" y="3538"/>
                  </a:cubicBezTo>
                  <a:lnTo>
                    <a:pt x="1210" y="3812"/>
                  </a:lnTo>
                  <a:lnTo>
                    <a:pt x="640" y="3470"/>
                  </a:lnTo>
                  <a:lnTo>
                    <a:pt x="777" y="3082"/>
                  </a:lnTo>
                  <a:cubicBezTo>
                    <a:pt x="685" y="2990"/>
                    <a:pt x="594" y="2876"/>
                    <a:pt x="526" y="2739"/>
                  </a:cubicBezTo>
                  <a:lnTo>
                    <a:pt x="138" y="2739"/>
                  </a:lnTo>
                  <a:lnTo>
                    <a:pt x="1" y="2100"/>
                  </a:lnTo>
                  <a:lnTo>
                    <a:pt x="343" y="1917"/>
                  </a:lnTo>
                  <a:cubicBezTo>
                    <a:pt x="366" y="1781"/>
                    <a:pt x="389" y="1644"/>
                    <a:pt x="434" y="1507"/>
                  </a:cubicBezTo>
                  <a:lnTo>
                    <a:pt x="138" y="1210"/>
                  </a:lnTo>
                  <a:lnTo>
                    <a:pt x="503" y="662"/>
                  </a:lnTo>
                  <a:lnTo>
                    <a:pt x="868" y="799"/>
                  </a:lnTo>
                  <a:cubicBezTo>
                    <a:pt x="982" y="708"/>
                    <a:pt x="1096" y="616"/>
                    <a:pt x="1210" y="5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0" name="Google Shape;550;p34"/>
            <p:cNvGrpSpPr/>
            <p:nvPr/>
          </p:nvGrpSpPr>
          <p:grpSpPr>
            <a:xfrm>
              <a:off x="226015" y="3143983"/>
              <a:ext cx="3332851" cy="928447"/>
              <a:chOff x="5325950" y="2920356"/>
              <a:chExt cx="3843675" cy="1070750"/>
            </a:xfrm>
          </p:grpSpPr>
          <p:sp>
            <p:nvSpPr>
              <p:cNvPr id="551" name="Google Shape;551;p34"/>
              <p:cNvSpPr/>
              <p:nvPr/>
            </p:nvSpPr>
            <p:spPr>
              <a:xfrm>
                <a:off x="7644224" y="3194055"/>
                <a:ext cx="95762" cy="95762"/>
              </a:xfrm>
              <a:custGeom>
                <a:rect b="b" l="l" r="r" t="t"/>
                <a:pathLst>
                  <a:path extrusionOk="0" h="1507" w="1507">
                    <a:moveTo>
                      <a:pt x="753" y="0"/>
                    </a:moveTo>
                    <a:cubicBezTo>
                      <a:pt x="343" y="0"/>
                      <a:pt x="0" y="343"/>
                      <a:pt x="0" y="753"/>
                    </a:cubicBezTo>
                    <a:cubicBezTo>
                      <a:pt x="0" y="1164"/>
                      <a:pt x="343" y="1507"/>
                      <a:pt x="753" y="1507"/>
                    </a:cubicBezTo>
                    <a:cubicBezTo>
                      <a:pt x="1164" y="1507"/>
                      <a:pt x="1507" y="1164"/>
                      <a:pt x="1507" y="753"/>
                    </a:cubicBezTo>
                    <a:cubicBezTo>
                      <a:pt x="1507" y="343"/>
                      <a:pt x="1164" y="0"/>
                      <a:pt x="75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34"/>
              <p:cNvSpPr/>
              <p:nvPr/>
            </p:nvSpPr>
            <p:spPr>
              <a:xfrm>
                <a:off x="8170690" y="3534910"/>
                <a:ext cx="97287" cy="97224"/>
              </a:xfrm>
              <a:custGeom>
                <a:rect b="b" l="l" r="r" t="t"/>
                <a:pathLst>
                  <a:path extrusionOk="0" h="1530" w="1531">
                    <a:moveTo>
                      <a:pt x="754" y="0"/>
                    </a:moveTo>
                    <a:cubicBezTo>
                      <a:pt x="343" y="0"/>
                      <a:pt x="1" y="343"/>
                      <a:pt x="1" y="776"/>
                    </a:cubicBezTo>
                    <a:cubicBezTo>
                      <a:pt x="1" y="1187"/>
                      <a:pt x="343" y="1529"/>
                      <a:pt x="754" y="1529"/>
                    </a:cubicBezTo>
                    <a:cubicBezTo>
                      <a:pt x="1188" y="1529"/>
                      <a:pt x="1530" y="1187"/>
                      <a:pt x="1530" y="776"/>
                    </a:cubicBezTo>
                    <a:cubicBezTo>
                      <a:pt x="1530" y="343"/>
                      <a:pt x="1188" y="0"/>
                      <a:pt x="75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34"/>
              <p:cNvSpPr/>
              <p:nvPr/>
            </p:nvSpPr>
            <p:spPr>
              <a:xfrm>
                <a:off x="8785673" y="3078023"/>
                <a:ext cx="97287" cy="97224"/>
              </a:xfrm>
              <a:custGeom>
                <a:rect b="b" l="l" r="r" t="t"/>
                <a:pathLst>
                  <a:path extrusionOk="0" h="1530" w="1531">
                    <a:moveTo>
                      <a:pt x="754" y="0"/>
                    </a:moveTo>
                    <a:cubicBezTo>
                      <a:pt x="343" y="0"/>
                      <a:pt x="1" y="343"/>
                      <a:pt x="1" y="753"/>
                    </a:cubicBezTo>
                    <a:cubicBezTo>
                      <a:pt x="1" y="1187"/>
                      <a:pt x="343" y="1529"/>
                      <a:pt x="754" y="1529"/>
                    </a:cubicBezTo>
                    <a:cubicBezTo>
                      <a:pt x="1188" y="1529"/>
                      <a:pt x="1530" y="1187"/>
                      <a:pt x="1530" y="753"/>
                    </a:cubicBezTo>
                    <a:cubicBezTo>
                      <a:pt x="1530" y="343"/>
                      <a:pt x="1188" y="0"/>
                      <a:pt x="75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34"/>
              <p:cNvSpPr/>
              <p:nvPr/>
            </p:nvSpPr>
            <p:spPr>
              <a:xfrm>
                <a:off x="7011830" y="3862674"/>
                <a:ext cx="95762" cy="97224"/>
              </a:xfrm>
              <a:custGeom>
                <a:rect b="b" l="l" r="r" t="t"/>
                <a:pathLst>
                  <a:path extrusionOk="0" h="1530" w="1507">
                    <a:moveTo>
                      <a:pt x="754" y="1"/>
                    </a:moveTo>
                    <a:cubicBezTo>
                      <a:pt x="320" y="1"/>
                      <a:pt x="0" y="343"/>
                      <a:pt x="0" y="754"/>
                    </a:cubicBezTo>
                    <a:cubicBezTo>
                      <a:pt x="0" y="1188"/>
                      <a:pt x="320" y="1530"/>
                      <a:pt x="754" y="1530"/>
                    </a:cubicBezTo>
                    <a:cubicBezTo>
                      <a:pt x="1165" y="1530"/>
                      <a:pt x="1507" y="1188"/>
                      <a:pt x="1507" y="754"/>
                    </a:cubicBezTo>
                    <a:cubicBezTo>
                      <a:pt x="1507" y="343"/>
                      <a:pt x="1165" y="1"/>
                      <a:pt x="7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34"/>
              <p:cNvSpPr/>
              <p:nvPr/>
            </p:nvSpPr>
            <p:spPr>
              <a:xfrm>
                <a:off x="7287422" y="3408710"/>
                <a:ext cx="97224" cy="97224"/>
              </a:xfrm>
              <a:custGeom>
                <a:rect b="b" l="l" r="r" t="t"/>
                <a:pathLst>
                  <a:path extrusionOk="0" h="1530" w="1530">
                    <a:moveTo>
                      <a:pt x="776" y="0"/>
                    </a:moveTo>
                    <a:cubicBezTo>
                      <a:pt x="343" y="0"/>
                      <a:pt x="0" y="343"/>
                      <a:pt x="0" y="776"/>
                    </a:cubicBezTo>
                    <a:cubicBezTo>
                      <a:pt x="0" y="1187"/>
                      <a:pt x="343" y="1530"/>
                      <a:pt x="776" y="1530"/>
                    </a:cubicBezTo>
                    <a:cubicBezTo>
                      <a:pt x="1187" y="1530"/>
                      <a:pt x="1530" y="1187"/>
                      <a:pt x="1530" y="776"/>
                    </a:cubicBezTo>
                    <a:cubicBezTo>
                      <a:pt x="1530" y="343"/>
                      <a:pt x="1187" y="0"/>
                      <a:pt x="77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34"/>
              <p:cNvSpPr/>
              <p:nvPr/>
            </p:nvSpPr>
            <p:spPr>
              <a:xfrm>
                <a:off x="5645497" y="3096832"/>
                <a:ext cx="95826" cy="97287"/>
              </a:xfrm>
              <a:custGeom>
                <a:rect b="b" l="l" r="r" t="t"/>
                <a:pathLst>
                  <a:path extrusionOk="0" h="1531" w="1508">
                    <a:moveTo>
                      <a:pt x="754" y="1"/>
                    </a:moveTo>
                    <a:cubicBezTo>
                      <a:pt x="343" y="1"/>
                      <a:pt x="1" y="343"/>
                      <a:pt x="1" y="754"/>
                    </a:cubicBezTo>
                    <a:cubicBezTo>
                      <a:pt x="1" y="1188"/>
                      <a:pt x="343" y="1530"/>
                      <a:pt x="754" y="1530"/>
                    </a:cubicBezTo>
                    <a:cubicBezTo>
                      <a:pt x="1165" y="1530"/>
                      <a:pt x="1507" y="1188"/>
                      <a:pt x="1507" y="754"/>
                    </a:cubicBezTo>
                    <a:cubicBezTo>
                      <a:pt x="1507" y="343"/>
                      <a:pt x="1165" y="1"/>
                      <a:pt x="7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34"/>
              <p:cNvSpPr/>
              <p:nvPr/>
            </p:nvSpPr>
            <p:spPr>
              <a:xfrm>
                <a:off x="5325950" y="2920356"/>
                <a:ext cx="3843675" cy="1070750"/>
              </a:xfrm>
              <a:custGeom>
                <a:rect b="b" l="l" r="r" t="t"/>
                <a:pathLst>
                  <a:path extrusionOk="0" h="42830" w="153747">
                    <a:moveTo>
                      <a:pt x="0" y="13859"/>
                    </a:moveTo>
                    <a:cubicBezTo>
                      <a:pt x="1332" y="13847"/>
                      <a:pt x="5387" y="14716"/>
                      <a:pt x="7993" y="13789"/>
                    </a:cubicBezTo>
                    <a:cubicBezTo>
                      <a:pt x="10600" y="12862"/>
                      <a:pt x="12743" y="10082"/>
                      <a:pt x="15639" y="8298"/>
                    </a:cubicBezTo>
                    <a:cubicBezTo>
                      <a:pt x="18535" y="6514"/>
                      <a:pt x="20794" y="2911"/>
                      <a:pt x="25370" y="3085"/>
                    </a:cubicBezTo>
                    <a:cubicBezTo>
                      <a:pt x="29946" y="3259"/>
                      <a:pt x="38055" y="3143"/>
                      <a:pt x="43094" y="9341"/>
                    </a:cubicBezTo>
                    <a:cubicBezTo>
                      <a:pt x="48133" y="15539"/>
                      <a:pt x="51088" y="35232"/>
                      <a:pt x="55606" y="40271"/>
                    </a:cubicBezTo>
                    <a:cubicBezTo>
                      <a:pt x="60124" y="45310"/>
                      <a:pt x="66437" y="41719"/>
                      <a:pt x="70202" y="39576"/>
                    </a:cubicBezTo>
                    <a:cubicBezTo>
                      <a:pt x="73967" y="37433"/>
                      <a:pt x="76226" y="30830"/>
                      <a:pt x="78195" y="27413"/>
                    </a:cubicBezTo>
                    <a:cubicBezTo>
                      <a:pt x="80164" y="23996"/>
                      <a:pt x="80396" y="21389"/>
                      <a:pt x="82018" y="19072"/>
                    </a:cubicBezTo>
                    <a:cubicBezTo>
                      <a:pt x="83640" y="16755"/>
                      <a:pt x="85766" y="14668"/>
                      <a:pt x="87926" y="13511"/>
                    </a:cubicBezTo>
                    <a:cubicBezTo>
                      <a:pt x="90086" y="12355"/>
                      <a:pt x="92418" y="11966"/>
                      <a:pt x="94976" y="12133"/>
                    </a:cubicBezTo>
                    <a:cubicBezTo>
                      <a:pt x="97534" y="12301"/>
                      <a:pt x="100788" y="12927"/>
                      <a:pt x="103274" y="14516"/>
                    </a:cubicBezTo>
                    <a:cubicBezTo>
                      <a:pt x="105760" y="16105"/>
                      <a:pt x="107820" y="19606"/>
                      <a:pt x="109894" y="21666"/>
                    </a:cubicBezTo>
                    <a:cubicBezTo>
                      <a:pt x="111968" y="23726"/>
                      <a:pt x="113001" y="25594"/>
                      <a:pt x="115720" y="26874"/>
                    </a:cubicBezTo>
                    <a:cubicBezTo>
                      <a:pt x="118439" y="28154"/>
                      <a:pt x="122737" y="30141"/>
                      <a:pt x="126206" y="29346"/>
                    </a:cubicBezTo>
                    <a:cubicBezTo>
                      <a:pt x="129675" y="28552"/>
                      <a:pt x="134168" y="25847"/>
                      <a:pt x="136534" y="22107"/>
                    </a:cubicBezTo>
                    <a:cubicBezTo>
                      <a:pt x="138900" y="18367"/>
                      <a:pt x="138742" y="10483"/>
                      <a:pt x="140404" y="6908"/>
                    </a:cubicBezTo>
                    <a:cubicBezTo>
                      <a:pt x="142067" y="3333"/>
                      <a:pt x="144285" y="1788"/>
                      <a:pt x="146509" y="658"/>
                    </a:cubicBezTo>
                    <a:cubicBezTo>
                      <a:pt x="148733" y="-472"/>
                      <a:pt x="152541" y="216"/>
                      <a:pt x="153747" y="128"/>
                    </a:cubicBez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558" name="Google Shape;558;p34"/>
            <p:cNvGrpSpPr/>
            <p:nvPr/>
          </p:nvGrpSpPr>
          <p:grpSpPr>
            <a:xfrm>
              <a:off x="640667" y="1933330"/>
              <a:ext cx="1275333" cy="2669208"/>
              <a:chOff x="5847124" y="1524148"/>
              <a:chExt cx="1470802" cy="3078317"/>
            </a:xfrm>
          </p:grpSpPr>
          <p:sp>
            <p:nvSpPr>
              <p:cNvPr id="559" name="Google Shape;559;p34"/>
              <p:cNvSpPr/>
              <p:nvPr/>
            </p:nvSpPr>
            <p:spPr>
              <a:xfrm>
                <a:off x="7014753" y="1708440"/>
                <a:ext cx="303173" cy="316645"/>
              </a:xfrm>
              <a:custGeom>
                <a:rect b="b" l="l" r="r" t="t"/>
                <a:pathLst>
                  <a:path extrusionOk="0" h="4983" w="4771">
                    <a:moveTo>
                      <a:pt x="3543" y="1"/>
                    </a:moveTo>
                    <a:cubicBezTo>
                      <a:pt x="3457" y="1"/>
                      <a:pt x="3304" y="54"/>
                      <a:pt x="3150" y="189"/>
                    </a:cubicBezTo>
                    <a:cubicBezTo>
                      <a:pt x="2967" y="326"/>
                      <a:pt x="2260" y="1330"/>
                      <a:pt x="2260" y="1330"/>
                    </a:cubicBezTo>
                    <a:cubicBezTo>
                      <a:pt x="2260" y="1330"/>
                      <a:pt x="2283" y="1239"/>
                      <a:pt x="2305" y="988"/>
                    </a:cubicBezTo>
                    <a:cubicBezTo>
                      <a:pt x="2305" y="759"/>
                      <a:pt x="2214" y="668"/>
                      <a:pt x="2123" y="622"/>
                    </a:cubicBezTo>
                    <a:cubicBezTo>
                      <a:pt x="2117" y="621"/>
                      <a:pt x="2111" y="620"/>
                      <a:pt x="2104" y="620"/>
                    </a:cubicBezTo>
                    <a:cubicBezTo>
                      <a:pt x="2003" y="620"/>
                      <a:pt x="1795" y="775"/>
                      <a:pt x="1666" y="1010"/>
                    </a:cubicBezTo>
                    <a:cubicBezTo>
                      <a:pt x="1507" y="1239"/>
                      <a:pt x="1187" y="2083"/>
                      <a:pt x="1187" y="2083"/>
                    </a:cubicBezTo>
                    <a:lnTo>
                      <a:pt x="0" y="3932"/>
                    </a:lnTo>
                    <a:lnTo>
                      <a:pt x="1940" y="4982"/>
                    </a:lnTo>
                    <a:lnTo>
                      <a:pt x="2305" y="4297"/>
                    </a:lnTo>
                    <a:cubicBezTo>
                      <a:pt x="2305" y="4297"/>
                      <a:pt x="3492" y="2608"/>
                      <a:pt x="3629" y="2426"/>
                    </a:cubicBezTo>
                    <a:cubicBezTo>
                      <a:pt x="3766" y="2243"/>
                      <a:pt x="4771" y="1056"/>
                      <a:pt x="4679" y="805"/>
                    </a:cubicBezTo>
                    <a:cubicBezTo>
                      <a:pt x="4649" y="721"/>
                      <a:pt x="4596" y="693"/>
                      <a:pt x="4538" y="693"/>
                    </a:cubicBezTo>
                    <a:cubicBezTo>
                      <a:pt x="4423" y="693"/>
                      <a:pt x="4291" y="805"/>
                      <a:pt x="4291" y="805"/>
                    </a:cubicBezTo>
                    <a:cubicBezTo>
                      <a:pt x="4291" y="805"/>
                      <a:pt x="4428" y="440"/>
                      <a:pt x="4383" y="280"/>
                    </a:cubicBezTo>
                    <a:cubicBezTo>
                      <a:pt x="4369" y="231"/>
                      <a:pt x="4336" y="215"/>
                      <a:pt x="4297" y="215"/>
                    </a:cubicBezTo>
                    <a:cubicBezTo>
                      <a:pt x="4207" y="215"/>
                      <a:pt x="4086" y="303"/>
                      <a:pt x="4086" y="303"/>
                    </a:cubicBezTo>
                    <a:cubicBezTo>
                      <a:pt x="4109" y="212"/>
                      <a:pt x="4017" y="75"/>
                      <a:pt x="3903" y="75"/>
                    </a:cubicBezTo>
                    <a:cubicBezTo>
                      <a:pt x="3766" y="97"/>
                      <a:pt x="3492" y="371"/>
                      <a:pt x="3492" y="371"/>
                    </a:cubicBezTo>
                    <a:cubicBezTo>
                      <a:pt x="3492" y="371"/>
                      <a:pt x="3652" y="52"/>
                      <a:pt x="3584" y="6"/>
                    </a:cubicBezTo>
                    <a:cubicBezTo>
                      <a:pt x="3573" y="3"/>
                      <a:pt x="3559" y="1"/>
                      <a:pt x="35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34"/>
              <p:cNvSpPr/>
              <p:nvPr/>
            </p:nvSpPr>
            <p:spPr>
              <a:xfrm>
                <a:off x="7014753" y="1739259"/>
                <a:ext cx="298852" cy="285825"/>
              </a:xfrm>
              <a:custGeom>
                <a:rect b="b" l="l" r="r" t="t"/>
                <a:pathLst>
                  <a:path extrusionOk="0" fill="none" h="4498" w="4703">
                    <a:moveTo>
                      <a:pt x="3606" y="1073"/>
                    </a:moveTo>
                    <a:cubicBezTo>
                      <a:pt x="4154" y="320"/>
                      <a:pt x="4656" y="0"/>
                      <a:pt x="4679" y="320"/>
                    </a:cubicBezTo>
                    <a:cubicBezTo>
                      <a:pt x="4702" y="640"/>
                      <a:pt x="3492" y="2100"/>
                      <a:pt x="3104" y="2580"/>
                    </a:cubicBezTo>
                    <a:cubicBezTo>
                      <a:pt x="2716" y="3082"/>
                      <a:pt x="1895" y="4497"/>
                      <a:pt x="1895" y="4497"/>
                    </a:cubicBezTo>
                    <a:lnTo>
                      <a:pt x="0" y="3401"/>
                    </a:lnTo>
                    <a:lnTo>
                      <a:pt x="137" y="3128"/>
                    </a:lnTo>
                    <a:cubicBezTo>
                      <a:pt x="137" y="3128"/>
                      <a:pt x="982" y="1963"/>
                      <a:pt x="1347" y="1165"/>
                    </a:cubicBezTo>
                    <a:cubicBezTo>
                      <a:pt x="1735" y="366"/>
                      <a:pt x="2009" y="23"/>
                      <a:pt x="2214" y="183"/>
                    </a:cubicBezTo>
                    <a:cubicBezTo>
                      <a:pt x="2442" y="366"/>
                      <a:pt x="1986" y="1096"/>
                      <a:pt x="2077" y="1507"/>
                    </a:cubicBezTo>
                    <a:cubicBezTo>
                      <a:pt x="2146" y="1895"/>
                      <a:pt x="2123" y="2192"/>
                      <a:pt x="2054" y="2374"/>
                    </a:cubicBez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4"/>
              <p:cNvSpPr/>
              <p:nvPr/>
            </p:nvSpPr>
            <p:spPr>
              <a:xfrm>
                <a:off x="7226483" y="1720387"/>
                <a:ext cx="79813" cy="69709"/>
              </a:xfrm>
              <a:custGeom>
                <a:rect b="b" l="l" r="r" t="t"/>
                <a:pathLst>
                  <a:path extrusionOk="0" fill="none" h="1097" w="1256">
                    <a:moveTo>
                      <a:pt x="936" y="640"/>
                    </a:moveTo>
                    <a:cubicBezTo>
                      <a:pt x="936" y="640"/>
                      <a:pt x="1256" y="1"/>
                      <a:pt x="914" y="24"/>
                    </a:cubicBezTo>
                    <a:cubicBezTo>
                      <a:pt x="731" y="46"/>
                      <a:pt x="183" y="845"/>
                      <a:pt x="1" y="1096"/>
                    </a:cubicBez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34"/>
              <p:cNvSpPr/>
              <p:nvPr/>
            </p:nvSpPr>
            <p:spPr>
              <a:xfrm>
                <a:off x="7209072" y="1711681"/>
                <a:ext cx="65324" cy="68247"/>
              </a:xfrm>
              <a:custGeom>
                <a:rect b="b" l="l" r="r" t="t"/>
                <a:pathLst>
                  <a:path extrusionOk="0" fill="none" h="1074" w="1028">
                    <a:moveTo>
                      <a:pt x="982" y="298"/>
                    </a:moveTo>
                    <a:cubicBezTo>
                      <a:pt x="982" y="298"/>
                      <a:pt x="1028" y="69"/>
                      <a:pt x="891" y="46"/>
                    </a:cubicBezTo>
                    <a:cubicBezTo>
                      <a:pt x="777" y="1"/>
                      <a:pt x="548" y="115"/>
                      <a:pt x="366" y="434"/>
                    </a:cubicBezTo>
                    <a:cubicBezTo>
                      <a:pt x="46" y="1005"/>
                      <a:pt x="1" y="1074"/>
                      <a:pt x="1" y="1074"/>
                    </a:cubicBez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34"/>
              <p:cNvSpPr/>
              <p:nvPr/>
            </p:nvSpPr>
            <p:spPr>
              <a:xfrm>
                <a:off x="7151056" y="1702975"/>
                <a:ext cx="98685" cy="97287"/>
              </a:xfrm>
              <a:custGeom>
                <a:rect b="b" l="l" r="r" t="t"/>
                <a:pathLst>
                  <a:path extrusionOk="0" fill="none" h="1531" w="1553">
                    <a:moveTo>
                      <a:pt x="1461" y="320"/>
                    </a:moveTo>
                    <a:cubicBezTo>
                      <a:pt x="1461" y="320"/>
                      <a:pt x="1553" y="1"/>
                      <a:pt x="1256" y="69"/>
                    </a:cubicBezTo>
                    <a:cubicBezTo>
                      <a:pt x="982" y="138"/>
                      <a:pt x="1" y="1530"/>
                      <a:pt x="1" y="1530"/>
                    </a:cubicBez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4"/>
              <p:cNvSpPr/>
              <p:nvPr/>
            </p:nvSpPr>
            <p:spPr>
              <a:xfrm>
                <a:off x="6479518" y="1887192"/>
                <a:ext cx="699186" cy="635768"/>
              </a:xfrm>
              <a:custGeom>
                <a:rect b="b" l="l" r="r" t="t"/>
                <a:pathLst>
                  <a:path extrusionOk="0" h="10005" w="11003">
                    <a:moveTo>
                      <a:pt x="8172" y="1"/>
                    </a:moveTo>
                    <a:cubicBezTo>
                      <a:pt x="8172" y="1"/>
                      <a:pt x="5958" y="3105"/>
                      <a:pt x="4178" y="3881"/>
                    </a:cubicBezTo>
                    <a:cubicBezTo>
                      <a:pt x="3863" y="4014"/>
                      <a:pt x="3533" y="4069"/>
                      <a:pt x="3202" y="4069"/>
                    </a:cubicBezTo>
                    <a:cubicBezTo>
                      <a:pt x="1655" y="4069"/>
                      <a:pt x="92" y="2877"/>
                      <a:pt x="92" y="2877"/>
                    </a:cubicBezTo>
                    <a:lnTo>
                      <a:pt x="1" y="9062"/>
                    </a:lnTo>
                    <a:lnTo>
                      <a:pt x="1667" y="9633"/>
                    </a:lnTo>
                    <a:cubicBezTo>
                      <a:pt x="1667" y="9633"/>
                      <a:pt x="2038" y="10004"/>
                      <a:pt x="3231" y="10004"/>
                    </a:cubicBezTo>
                    <a:cubicBezTo>
                      <a:pt x="3956" y="10004"/>
                      <a:pt x="4983" y="9867"/>
                      <a:pt x="6414" y="9427"/>
                    </a:cubicBezTo>
                    <a:cubicBezTo>
                      <a:pt x="10203" y="8263"/>
                      <a:pt x="11002" y="1941"/>
                      <a:pt x="11002" y="1941"/>
                    </a:cubicBezTo>
                    <a:lnTo>
                      <a:pt x="8172" y="1"/>
                    </a:lnTo>
                    <a:close/>
                  </a:path>
                </a:pathLst>
              </a:custGeom>
              <a:solidFill>
                <a:srgbClr val="730D3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34"/>
              <p:cNvSpPr/>
              <p:nvPr/>
            </p:nvSpPr>
            <p:spPr>
              <a:xfrm>
                <a:off x="6961058" y="1887192"/>
                <a:ext cx="217642" cy="191525"/>
              </a:xfrm>
              <a:custGeom>
                <a:rect b="b" l="l" r="r" t="t"/>
                <a:pathLst>
                  <a:path extrusionOk="0" h="3014" w="3425">
                    <a:moveTo>
                      <a:pt x="594" y="1"/>
                    </a:moveTo>
                    <a:cubicBezTo>
                      <a:pt x="594" y="1"/>
                      <a:pt x="366" y="343"/>
                      <a:pt x="1" y="800"/>
                    </a:cubicBezTo>
                    <a:lnTo>
                      <a:pt x="3219" y="3014"/>
                    </a:lnTo>
                    <a:cubicBezTo>
                      <a:pt x="3379" y="2352"/>
                      <a:pt x="3424" y="1941"/>
                      <a:pt x="3424" y="1941"/>
                    </a:cubicBezTo>
                    <a:lnTo>
                      <a:pt x="594" y="1"/>
                    </a:lnTo>
                    <a:close/>
                  </a:path>
                </a:pathLst>
              </a:custGeom>
              <a:solidFill>
                <a:srgbClr val="730D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34"/>
              <p:cNvSpPr/>
              <p:nvPr/>
            </p:nvSpPr>
            <p:spPr>
              <a:xfrm>
                <a:off x="6961058" y="1887192"/>
                <a:ext cx="217642" cy="191525"/>
              </a:xfrm>
              <a:custGeom>
                <a:rect b="b" l="l" r="r" t="t"/>
                <a:pathLst>
                  <a:path extrusionOk="0" fill="none" h="3014" w="3425">
                    <a:moveTo>
                      <a:pt x="594" y="1"/>
                    </a:moveTo>
                    <a:lnTo>
                      <a:pt x="3424" y="1941"/>
                    </a:lnTo>
                    <a:cubicBezTo>
                      <a:pt x="3424" y="1941"/>
                      <a:pt x="3379" y="2352"/>
                      <a:pt x="3219" y="3014"/>
                    </a:cubicBezTo>
                    <a:lnTo>
                      <a:pt x="1" y="800"/>
                    </a:lnTo>
                    <a:cubicBezTo>
                      <a:pt x="366" y="343"/>
                      <a:pt x="594" y="1"/>
                      <a:pt x="594" y="1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34"/>
              <p:cNvSpPr/>
              <p:nvPr/>
            </p:nvSpPr>
            <p:spPr>
              <a:xfrm>
                <a:off x="6479518" y="1887192"/>
                <a:ext cx="699186" cy="673069"/>
              </a:xfrm>
              <a:custGeom>
                <a:rect b="b" l="l" r="r" t="t"/>
                <a:pathLst>
                  <a:path extrusionOk="0" fill="none" h="10592" w="11003">
                    <a:moveTo>
                      <a:pt x="8172" y="1"/>
                    </a:moveTo>
                    <a:lnTo>
                      <a:pt x="11002" y="1941"/>
                    </a:lnTo>
                    <a:cubicBezTo>
                      <a:pt x="11002" y="1941"/>
                      <a:pt x="10203" y="8263"/>
                      <a:pt x="6414" y="9427"/>
                    </a:cubicBezTo>
                    <a:cubicBezTo>
                      <a:pt x="2625" y="10592"/>
                      <a:pt x="1667" y="9633"/>
                      <a:pt x="1667" y="9633"/>
                    </a:cubicBezTo>
                    <a:lnTo>
                      <a:pt x="1" y="9062"/>
                    </a:lnTo>
                    <a:lnTo>
                      <a:pt x="92" y="2877"/>
                    </a:lnTo>
                    <a:cubicBezTo>
                      <a:pt x="92" y="2877"/>
                      <a:pt x="1370" y="3858"/>
                      <a:pt x="2740" y="4041"/>
                    </a:cubicBezTo>
                  </a:path>
                </a:pathLst>
              </a:custGeom>
              <a:noFill/>
              <a:ln cap="rnd" cmpd="sng" w="95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34"/>
              <p:cNvSpPr/>
              <p:nvPr/>
            </p:nvSpPr>
            <p:spPr>
              <a:xfrm>
                <a:off x="5847124" y="2071408"/>
                <a:ext cx="419270" cy="749196"/>
              </a:xfrm>
              <a:custGeom>
                <a:rect b="b" l="l" r="r" t="t"/>
                <a:pathLst>
                  <a:path extrusionOk="0" h="11790" w="6598">
                    <a:moveTo>
                      <a:pt x="6392" y="0"/>
                    </a:moveTo>
                    <a:cubicBezTo>
                      <a:pt x="6391" y="1"/>
                      <a:pt x="3812" y="640"/>
                      <a:pt x="2740" y="2603"/>
                    </a:cubicBezTo>
                    <a:cubicBezTo>
                      <a:pt x="1667" y="4566"/>
                      <a:pt x="1" y="8514"/>
                      <a:pt x="1713" y="10706"/>
                    </a:cubicBezTo>
                    <a:cubicBezTo>
                      <a:pt x="2274" y="11422"/>
                      <a:pt x="3123" y="11789"/>
                      <a:pt x="4048" y="11789"/>
                    </a:cubicBezTo>
                    <a:cubicBezTo>
                      <a:pt x="4889" y="11789"/>
                      <a:pt x="5792" y="11485"/>
                      <a:pt x="6597" y="10865"/>
                    </a:cubicBezTo>
                    <a:lnTo>
                      <a:pt x="4452" y="6300"/>
                    </a:lnTo>
                    <a:lnTo>
                      <a:pt x="4342" y="6355"/>
                    </a:lnTo>
                    <a:lnTo>
                      <a:pt x="4342" y="6355"/>
                    </a:lnTo>
                    <a:lnTo>
                      <a:pt x="4406" y="6323"/>
                    </a:lnTo>
                    <a:lnTo>
                      <a:pt x="4383" y="6163"/>
                    </a:lnTo>
                    <a:lnTo>
                      <a:pt x="4223" y="4680"/>
                    </a:lnTo>
                    <a:lnTo>
                      <a:pt x="6392" y="0"/>
                    </a:lnTo>
                    <a:close/>
                  </a:path>
                </a:pathLst>
              </a:custGeom>
              <a:solidFill>
                <a:srgbClr val="730D3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34"/>
              <p:cNvSpPr/>
              <p:nvPr/>
            </p:nvSpPr>
            <p:spPr>
              <a:xfrm>
                <a:off x="6060379" y="2071408"/>
                <a:ext cx="192923" cy="111712"/>
              </a:xfrm>
              <a:custGeom>
                <a:rect b="b" l="l" r="r" t="t"/>
                <a:pathLst>
                  <a:path extrusionOk="0" fill="none" h="1758" w="3036">
                    <a:moveTo>
                      <a:pt x="0" y="1758"/>
                    </a:moveTo>
                    <a:cubicBezTo>
                      <a:pt x="1233" y="457"/>
                      <a:pt x="3036" y="0"/>
                      <a:pt x="3036" y="0"/>
                    </a:cubicBezTo>
                  </a:path>
                </a:pathLst>
              </a:custGeom>
              <a:noFill/>
              <a:ln cap="rnd" cmpd="sng" w="34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34"/>
              <p:cNvSpPr/>
              <p:nvPr/>
            </p:nvSpPr>
            <p:spPr>
              <a:xfrm>
                <a:off x="5909525" y="2368735"/>
                <a:ext cx="356869" cy="480146"/>
              </a:xfrm>
              <a:custGeom>
                <a:rect b="b" l="l" r="r" t="t"/>
                <a:pathLst>
                  <a:path extrusionOk="0" fill="none" h="7556" w="5616">
                    <a:moveTo>
                      <a:pt x="3241" y="1"/>
                    </a:moveTo>
                    <a:lnTo>
                      <a:pt x="3424" y="1644"/>
                    </a:lnTo>
                    <a:lnTo>
                      <a:pt x="5615" y="6186"/>
                    </a:lnTo>
                    <a:cubicBezTo>
                      <a:pt x="3903" y="7556"/>
                      <a:pt x="1826" y="7419"/>
                      <a:pt x="731" y="6027"/>
                    </a:cubicBezTo>
                    <a:cubicBezTo>
                      <a:pt x="251" y="5410"/>
                      <a:pt x="23" y="4634"/>
                      <a:pt x="0" y="3812"/>
                    </a:cubicBezTo>
                  </a:path>
                </a:pathLst>
              </a:custGeom>
              <a:noFill/>
              <a:ln cap="rnd" cmpd="sng" w="34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34"/>
              <p:cNvSpPr/>
              <p:nvPr/>
            </p:nvSpPr>
            <p:spPr>
              <a:xfrm>
                <a:off x="6578139" y="4126640"/>
                <a:ext cx="262631" cy="316263"/>
              </a:xfrm>
              <a:custGeom>
                <a:rect b="b" l="l" r="r" t="t"/>
                <a:pathLst>
                  <a:path extrusionOk="0" h="4977" w="4133">
                    <a:moveTo>
                      <a:pt x="2968" y="1"/>
                    </a:moveTo>
                    <a:lnTo>
                      <a:pt x="1" y="343"/>
                    </a:lnTo>
                    <a:lnTo>
                      <a:pt x="1073" y="4977"/>
                    </a:lnTo>
                    <a:lnTo>
                      <a:pt x="4132" y="4680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34"/>
              <p:cNvSpPr/>
              <p:nvPr/>
            </p:nvSpPr>
            <p:spPr>
              <a:xfrm>
                <a:off x="6578139" y="4126640"/>
                <a:ext cx="262631" cy="316263"/>
              </a:xfrm>
              <a:custGeom>
                <a:rect b="b" l="l" r="r" t="t"/>
                <a:pathLst>
                  <a:path extrusionOk="0" fill="none" h="4977" w="4133">
                    <a:moveTo>
                      <a:pt x="2968" y="1"/>
                    </a:moveTo>
                    <a:lnTo>
                      <a:pt x="4132" y="4680"/>
                    </a:lnTo>
                    <a:lnTo>
                      <a:pt x="1073" y="4977"/>
                    </a:lnTo>
                    <a:lnTo>
                      <a:pt x="1" y="34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34"/>
              <p:cNvSpPr/>
              <p:nvPr/>
            </p:nvSpPr>
            <p:spPr>
              <a:xfrm>
                <a:off x="6572357" y="4366013"/>
                <a:ext cx="561357" cy="236451"/>
              </a:xfrm>
              <a:custGeom>
                <a:rect b="b" l="l" r="r" t="t"/>
                <a:pathLst>
                  <a:path extrusionOk="0" h="3721" w="8834">
                    <a:moveTo>
                      <a:pt x="4839" y="0"/>
                    </a:moveTo>
                    <a:lnTo>
                      <a:pt x="0" y="297"/>
                    </a:lnTo>
                    <a:lnTo>
                      <a:pt x="594" y="3721"/>
                    </a:lnTo>
                    <a:lnTo>
                      <a:pt x="8834" y="3698"/>
                    </a:lnTo>
                    <a:lnTo>
                      <a:pt x="5684" y="1917"/>
                    </a:lnTo>
                    <a:lnTo>
                      <a:pt x="48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34"/>
              <p:cNvSpPr/>
              <p:nvPr/>
            </p:nvSpPr>
            <p:spPr>
              <a:xfrm>
                <a:off x="6572357" y="4366013"/>
                <a:ext cx="561357" cy="236451"/>
              </a:xfrm>
              <a:custGeom>
                <a:rect b="b" l="l" r="r" t="t"/>
                <a:pathLst>
                  <a:path extrusionOk="0" fill="none" h="3721" w="8834">
                    <a:moveTo>
                      <a:pt x="4839" y="0"/>
                    </a:moveTo>
                    <a:lnTo>
                      <a:pt x="0" y="297"/>
                    </a:lnTo>
                    <a:lnTo>
                      <a:pt x="594" y="3721"/>
                    </a:lnTo>
                    <a:lnTo>
                      <a:pt x="8834" y="3698"/>
                    </a:lnTo>
                    <a:lnTo>
                      <a:pt x="5684" y="1917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34"/>
              <p:cNvSpPr/>
              <p:nvPr/>
            </p:nvSpPr>
            <p:spPr>
              <a:xfrm>
                <a:off x="6977008" y="4521190"/>
                <a:ext cx="45053" cy="30502"/>
              </a:xfrm>
              <a:custGeom>
                <a:rect b="b" l="l" r="r" t="t"/>
                <a:pathLst>
                  <a:path extrusionOk="0" fill="none" h="480" w="709">
                    <a:moveTo>
                      <a:pt x="708" y="0"/>
                    </a:moveTo>
                    <a:lnTo>
                      <a:pt x="1" y="480"/>
                    </a:ln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34"/>
              <p:cNvSpPr/>
              <p:nvPr/>
            </p:nvSpPr>
            <p:spPr>
              <a:xfrm>
                <a:off x="6940724" y="4492150"/>
                <a:ext cx="45053" cy="29104"/>
              </a:xfrm>
              <a:custGeom>
                <a:rect b="b" l="l" r="r" t="t"/>
                <a:pathLst>
                  <a:path extrusionOk="0" fill="none" h="458" w="709">
                    <a:moveTo>
                      <a:pt x="709" y="1"/>
                    </a:moveTo>
                    <a:lnTo>
                      <a:pt x="1" y="457"/>
                    </a:ln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34"/>
              <p:cNvSpPr/>
              <p:nvPr/>
            </p:nvSpPr>
            <p:spPr>
              <a:xfrm>
                <a:off x="6589768" y="4484906"/>
                <a:ext cx="168267" cy="117558"/>
              </a:xfrm>
              <a:custGeom>
                <a:rect b="b" l="l" r="r" t="t"/>
                <a:pathLst>
                  <a:path extrusionOk="0" h="1850" w="2648">
                    <a:moveTo>
                      <a:pt x="411" y="1"/>
                    </a:moveTo>
                    <a:cubicBezTo>
                      <a:pt x="274" y="1"/>
                      <a:pt x="137" y="1"/>
                      <a:pt x="0" y="24"/>
                    </a:cubicBezTo>
                    <a:lnTo>
                      <a:pt x="320" y="1850"/>
                    </a:lnTo>
                    <a:lnTo>
                      <a:pt x="2648" y="1850"/>
                    </a:lnTo>
                    <a:cubicBezTo>
                      <a:pt x="2534" y="800"/>
                      <a:pt x="1575" y="1"/>
                      <a:pt x="411" y="1"/>
                    </a:cubicBezTo>
                    <a:close/>
                  </a:path>
                </a:pathLst>
              </a:custGeom>
              <a:solidFill>
                <a:srgbClr val="730D3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34"/>
              <p:cNvSpPr/>
              <p:nvPr/>
            </p:nvSpPr>
            <p:spPr>
              <a:xfrm>
                <a:off x="6032801" y="4110690"/>
                <a:ext cx="194384" cy="329354"/>
              </a:xfrm>
              <a:custGeom>
                <a:rect b="b" l="l" r="r" t="t"/>
                <a:pathLst>
                  <a:path extrusionOk="0" h="5183" w="3059">
                    <a:moveTo>
                      <a:pt x="23" y="1"/>
                    </a:moveTo>
                    <a:lnTo>
                      <a:pt x="0" y="4748"/>
                    </a:lnTo>
                    <a:lnTo>
                      <a:pt x="3059" y="5182"/>
                    </a:lnTo>
                    <a:lnTo>
                      <a:pt x="3013" y="343"/>
                    </a:lnTo>
                    <a:lnTo>
                      <a:pt x="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34"/>
              <p:cNvSpPr/>
              <p:nvPr/>
            </p:nvSpPr>
            <p:spPr>
              <a:xfrm>
                <a:off x="6032801" y="4110690"/>
                <a:ext cx="194384" cy="329354"/>
              </a:xfrm>
              <a:custGeom>
                <a:rect b="b" l="l" r="r" t="t"/>
                <a:pathLst>
                  <a:path extrusionOk="0" fill="none" h="5183" w="3059">
                    <a:moveTo>
                      <a:pt x="3013" y="343"/>
                    </a:moveTo>
                    <a:lnTo>
                      <a:pt x="3059" y="5182"/>
                    </a:lnTo>
                    <a:lnTo>
                      <a:pt x="0" y="4748"/>
                    </a:lnTo>
                    <a:lnTo>
                      <a:pt x="23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34"/>
              <p:cNvSpPr/>
              <p:nvPr/>
            </p:nvSpPr>
            <p:spPr>
              <a:xfrm>
                <a:off x="5964618" y="4376117"/>
                <a:ext cx="523674" cy="226347"/>
              </a:xfrm>
              <a:custGeom>
                <a:rect b="b" l="l" r="r" t="t"/>
                <a:pathLst>
                  <a:path extrusionOk="0" h="3562" w="8241">
                    <a:moveTo>
                      <a:pt x="5068" y="1"/>
                    </a:moveTo>
                    <a:lnTo>
                      <a:pt x="366" y="115"/>
                    </a:lnTo>
                    <a:lnTo>
                      <a:pt x="1" y="3562"/>
                    </a:lnTo>
                    <a:lnTo>
                      <a:pt x="1" y="3562"/>
                    </a:lnTo>
                    <a:lnTo>
                      <a:pt x="8240" y="3539"/>
                    </a:lnTo>
                    <a:lnTo>
                      <a:pt x="5113" y="1758"/>
                    </a:lnTo>
                    <a:lnTo>
                      <a:pt x="506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34"/>
              <p:cNvSpPr/>
              <p:nvPr/>
            </p:nvSpPr>
            <p:spPr>
              <a:xfrm>
                <a:off x="5964618" y="4376117"/>
                <a:ext cx="523674" cy="226347"/>
              </a:xfrm>
              <a:custGeom>
                <a:rect b="b" l="l" r="r" t="t"/>
                <a:pathLst>
                  <a:path extrusionOk="0" fill="none" h="3562" w="8241">
                    <a:moveTo>
                      <a:pt x="5068" y="1"/>
                    </a:moveTo>
                    <a:lnTo>
                      <a:pt x="366" y="115"/>
                    </a:lnTo>
                    <a:lnTo>
                      <a:pt x="1" y="3562"/>
                    </a:lnTo>
                    <a:lnTo>
                      <a:pt x="8240" y="3539"/>
                    </a:lnTo>
                    <a:lnTo>
                      <a:pt x="5113" y="1758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34"/>
              <p:cNvSpPr/>
              <p:nvPr/>
            </p:nvSpPr>
            <p:spPr>
              <a:xfrm>
                <a:off x="6331587" y="4521190"/>
                <a:ext cx="44990" cy="30502"/>
              </a:xfrm>
              <a:custGeom>
                <a:rect b="b" l="l" r="r" t="t"/>
                <a:pathLst>
                  <a:path extrusionOk="0" fill="none" h="480" w="708">
                    <a:moveTo>
                      <a:pt x="708" y="0"/>
                    </a:moveTo>
                    <a:lnTo>
                      <a:pt x="0" y="480"/>
                    </a:ln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34"/>
              <p:cNvSpPr/>
              <p:nvPr/>
            </p:nvSpPr>
            <p:spPr>
              <a:xfrm>
                <a:off x="6295303" y="4492150"/>
                <a:ext cx="45053" cy="29104"/>
              </a:xfrm>
              <a:custGeom>
                <a:rect b="b" l="l" r="r" t="t"/>
                <a:pathLst>
                  <a:path extrusionOk="0" fill="none" h="458" w="709">
                    <a:moveTo>
                      <a:pt x="708" y="1"/>
                    </a:moveTo>
                    <a:lnTo>
                      <a:pt x="1" y="457"/>
                    </a:ln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34"/>
              <p:cNvSpPr/>
              <p:nvPr/>
            </p:nvSpPr>
            <p:spPr>
              <a:xfrm>
                <a:off x="5964618" y="4489227"/>
                <a:ext cx="147996" cy="113237"/>
              </a:xfrm>
              <a:custGeom>
                <a:rect b="b" l="l" r="r" t="t"/>
                <a:pathLst>
                  <a:path extrusionOk="0" h="1782" w="2329">
                    <a:moveTo>
                      <a:pt x="209" y="1"/>
                    </a:moveTo>
                    <a:cubicBezTo>
                      <a:pt x="192" y="1"/>
                      <a:pt x="183" y="1"/>
                      <a:pt x="183" y="1"/>
                    </a:cubicBezTo>
                    <a:lnTo>
                      <a:pt x="1" y="1782"/>
                    </a:lnTo>
                    <a:lnTo>
                      <a:pt x="2329" y="1782"/>
                    </a:lnTo>
                    <a:cubicBezTo>
                      <a:pt x="2116" y="60"/>
                      <a:pt x="440" y="1"/>
                      <a:pt x="209" y="1"/>
                    </a:cubicBezTo>
                    <a:close/>
                  </a:path>
                </a:pathLst>
              </a:custGeom>
              <a:solidFill>
                <a:srgbClr val="730D3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34"/>
              <p:cNvSpPr/>
              <p:nvPr/>
            </p:nvSpPr>
            <p:spPr>
              <a:xfrm>
                <a:off x="6266327" y="2854662"/>
                <a:ext cx="659978" cy="1450478"/>
              </a:xfrm>
              <a:custGeom>
                <a:rect b="b" l="l" r="r" t="t"/>
                <a:pathLst>
                  <a:path extrusionOk="0" h="22826" w="10386">
                    <a:moveTo>
                      <a:pt x="0" y="0"/>
                    </a:moveTo>
                    <a:lnTo>
                      <a:pt x="845" y="4131"/>
                    </a:lnTo>
                    <a:lnTo>
                      <a:pt x="3926" y="22825"/>
                    </a:lnTo>
                    <a:lnTo>
                      <a:pt x="10386" y="22300"/>
                    </a:lnTo>
                    <a:lnTo>
                      <a:pt x="5935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34"/>
              <p:cNvSpPr/>
              <p:nvPr/>
            </p:nvSpPr>
            <p:spPr>
              <a:xfrm>
                <a:off x="6321420" y="3125872"/>
                <a:ext cx="604885" cy="1179268"/>
              </a:xfrm>
              <a:custGeom>
                <a:rect b="b" l="l" r="r" t="t"/>
                <a:pathLst>
                  <a:path extrusionOk="0" fill="none" h="18558" w="9519">
                    <a:moveTo>
                      <a:pt x="1" y="0"/>
                    </a:moveTo>
                    <a:lnTo>
                      <a:pt x="3059" y="18557"/>
                    </a:lnTo>
                    <a:lnTo>
                      <a:pt x="9519" y="18032"/>
                    </a:lnTo>
                  </a:path>
                </a:pathLst>
              </a:custGeom>
              <a:noFill/>
              <a:ln cap="rnd" cmpd="sng" w="34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34"/>
              <p:cNvSpPr/>
              <p:nvPr/>
            </p:nvSpPr>
            <p:spPr>
              <a:xfrm>
                <a:off x="6343152" y="3078023"/>
                <a:ext cx="101608" cy="516367"/>
              </a:xfrm>
              <a:custGeom>
                <a:rect b="b" l="l" r="r" t="t"/>
                <a:pathLst>
                  <a:path extrusionOk="0" fill="none" h="8126" w="1599">
                    <a:moveTo>
                      <a:pt x="1599" y="0"/>
                    </a:moveTo>
                    <a:lnTo>
                      <a:pt x="594" y="91"/>
                    </a:lnTo>
                    <a:lnTo>
                      <a:pt x="1" y="8126"/>
                    </a:lnTo>
                  </a:path>
                </a:pathLst>
              </a:custGeom>
              <a:noFill/>
              <a:ln cap="flat" cmpd="sng" w="1150">
                <a:solidFill>
                  <a:srgbClr val="3A4A36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34"/>
              <p:cNvSpPr/>
              <p:nvPr/>
            </p:nvSpPr>
            <p:spPr>
              <a:xfrm>
                <a:off x="5896434" y="2711051"/>
                <a:ext cx="633925" cy="1573755"/>
              </a:xfrm>
              <a:custGeom>
                <a:rect b="b" l="l" r="r" t="t"/>
                <a:pathLst>
                  <a:path extrusionOk="0" h="24766" w="9976">
                    <a:moveTo>
                      <a:pt x="9975" y="0"/>
                    </a:moveTo>
                    <a:lnTo>
                      <a:pt x="3105" y="1895"/>
                    </a:lnTo>
                    <a:lnTo>
                      <a:pt x="2785" y="3858"/>
                    </a:lnTo>
                    <a:lnTo>
                      <a:pt x="1" y="24675"/>
                    </a:lnTo>
                    <a:lnTo>
                      <a:pt x="6689" y="24766"/>
                    </a:lnTo>
                    <a:lnTo>
                      <a:pt x="7624" y="5866"/>
                    </a:lnTo>
                    <a:lnTo>
                      <a:pt x="8629" y="5775"/>
                    </a:lnTo>
                    <a:lnTo>
                      <a:pt x="9975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34"/>
              <p:cNvSpPr/>
              <p:nvPr/>
            </p:nvSpPr>
            <p:spPr>
              <a:xfrm>
                <a:off x="6254698" y="2018221"/>
                <a:ext cx="235053" cy="565233"/>
              </a:xfrm>
              <a:custGeom>
                <a:rect b="b" l="l" r="r" t="t"/>
                <a:pathLst>
                  <a:path extrusionOk="0" h="8895" w="3699">
                    <a:moveTo>
                      <a:pt x="1398" y="1"/>
                    </a:moveTo>
                    <a:cubicBezTo>
                      <a:pt x="1245" y="1"/>
                      <a:pt x="1109" y="6"/>
                      <a:pt x="1005" y="16"/>
                    </a:cubicBezTo>
                    <a:cubicBezTo>
                      <a:pt x="503" y="39"/>
                      <a:pt x="183" y="701"/>
                      <a:pt x="92" y="1271"/>
                    </a:cubicBezTo>
                    <a:cubicBezTo>
                      <a:pt x="1" y="1842"/>
                      <a:pt x="229" y="3828"/>
                      <a:pt x="229" y="3828"/>
                    </a:cubicBezTo>
                    <a:lnTo>
                      <a:pt x="1210" y="8895"/>
                    </a:lnTo>
                    <a:lnTo>
                      <a:pt x="2123" y="8895"/>
                    </a:lnTo>
                    <a:lnTo>
                      <a:pt x="2648" y="7639"/>
                    </a:lnTo>
                    <a:cubicBezTo>
                      <a:pt x="2648" y="7639"/>
                      <a:pt x="3356" y="3417"/>
                      <a:pt x="3516" y="2253"/>
                    </a:cubicBezTo>
                    <a:cubicBezTo>
                      <a:pt x="3698" y="1111"/>
                      <a:pt x="3219" y="655"/>
                      <a:pt x="2991" y="335"/>
                    </a:cubicBezTo>
                    <a:cubicBezTo>
                      <a:pt x="2810" y="82"/>
                      <a:pt x="1983" y="1"/>
                      <a:pt x="13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34"/>
              <p:cNvSpPr/>
              <p:nvPr/>
            </p:nvSpPr>
            <p:spPr>
              <a:xfrm>
                <a:off x="6364948" y="2046753"/>
                <a:ext cx="4385" cy="717995"/>
              </a:xfrm>
              <a:custGeom>
                <a:rect b="b" l="l" r="r" t="t"/>
                <a:pathLst>
                  <a:path extrusionOk="0" fill="none" h="11299" w="69">
                    <a:moveTo>
                      <a:pt x="69" y="0"/>
                    </a:moveTo>
                    <a:lnTo>
                      <a:pt x="0" y="11299"/>
                    </a:ln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34"/>
              <p:cNvSpPr/>
              <p:nvPr/>
            </p:nvSpPr>
            <p:spPr>
              <a:xfrm>
                <a:off x="6330125" y="2175813"/>
                <a:ext cx="21796" cy="21859"/>
              </a:xfrm>
              <a:custGeom>
                <a:rect b="b" l="l" r="r" t="t"/>
                <a:pathLst>
                  <a:path extrusionOk="0" h="344" w="343">
                    <a:moveTo>
                      <a:pt x="183" y="1"/>
                    </a:moveTo>
                    <a:cubicBezTo>
                      <a:pt x="92" y="1"/>
                      <a:pt x="1" y="92"/>
                      <a:pt x="1" y="183"/>
                    </a:cubicBezTo>
                    <a:cubicBezTo>
                      <a:pt x="1" y="275"/>
                      <a:pt x="92" y="343"/>
                      <a:pt x="183" y="343"/>
                    </a:cubicBezTo>
                    <a:cubicBezTo>
                      <a:pt x="274" y="343"/>
                      <a:pt x="343" y="275"/>
                      <a:pt x="343" y="183"/>
                    </a:cubicBezTo>
                    <a:cubicBezTo>
                      <a:pt x="343" y="92"/>
                      <a:pt x="274" y="1"/>
                      <a:pt x="18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4"/>
              <p:cNvSpPr/>
              <p:nvPr/>
            </p:nvSpPr>
            <p:spPr>
              <a:xfrm>
                <a:off x="6327202" y="2278819"/>
                <a:ext cx="21859" cy="21796"/>
              </a:xfrm>
              <a:custGeom>
                <a:rect b="b" l="l" r="r" t="t"/>
                <a:pathLst>
                  <a:path extrusionOk="0" h="343" w="344">
                    <a:moveTo>
                      <a:pt x="161" y="0"/>
                    </a:moveTo>
                    <a:cubicBezTo>
                      <a:pt x="69" y="0"/>
                      <a:pt x="1" y="69"/>
                      <a:pt x="1" y="160"/>
                    </a:cubicBezTo>
                    <a:cubicBezTo>
                      <a:pt x="1" y="252"/>
                      <a:pt x="69" y="343"/>
                      <a:pt x="161" y="343"/>
                    </a:cubicBezTo>
                    <a:cubicBezTo>
                      <a:pt x="252" y="343"/>
                      <a:pt x="343" y="252"/>
                      <a:pt x="343" y="160"/>
                    </a:cubicBezTo>
                    <a:cubicBezTo>
                      <a:pt x="343" y="69"/>
                      <a:pt x="252" y="0"/>
                      <a:pt x="161" y="0"/>
                    </a:cubicBezTo>
                    <a:close/>
                  </a:path>
                </a:pathLst>
              </a:custGeom>
              <a:solidFill>
                <a:srgbClr val="0100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34"/>
              <p:cNvSpPr/>
              <p:nvPr/>
            </p:nvSpPr>
            <p:spPr>
              <a:xfrm>
                <a:off x="6330125" y="2380364"/>
                <a:ext cx="21796" cy="21796"/>
              </a:xfrm>
              <a:custGeom>
                <a:rect b="b" l="l" r="r" t="t"/>
                <a:pathLst>
                  <a:path extrusionOk="0" h="343" w="343">
                    <a:moveTo>
                      <a:pt x="183" y="0"/>
                    </a:moveTo>
                    <a:cubicBezTo>
                      <a:pt x="92" y="0"/>
                      <a:pt x="1" y="69"/>
                      <a:pt x="1" y="183"/>
                    </a:cubicBezTo>
                    <a:cubicBezTo>
                      <a:pt x="1" y="274"/>
                      <a:pt x="92" y="343"/>
                      <a:pt x="183" y="343"/>
                    </a:cubicBezTo>
                    <a:cubicBezTo>
                      <a:pt x="274" y="343"/>
                      <a:pt x="343" y="274"/>
                      <a:pt x="343" y="183"/>
                    </a:cubicBezTo>
                    <a:cubicBezTo>
                      <a:pt x="343" y="69"/>
                      <a:pt x="274" y="0"/>
                      <a:pt x="183" y="0"/>
                    </a:cubicBezTo>
                    <a:close/>
                  </a:path>
                </a:pathLst>
              </a:custGeom>
              <a:solidFill>
                <a:srgbClr val="0100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34"/>
              <p:cNvSpPr/>
              <p:nvPr/>
            </p:nvSpPr>
            <p:spPr>
              <a:xfrm>
                <a:off x="6330125" y="2481908"/>
                <a:ext cx="21796" cy="21796"/>
              </a:xfrm>
              <a:custGeom>
                <a:rect b="b" l="l" r="r" t="t"/>
                <a:pathLst>
                  <a:path extrusionOk="0" h="343" w="343">
                    <a:moveTo>
                      <a:pt x="183" y="0"/>
                    </a:moveTo>
                    <a:cubicBezTo>
                      <a:pt x="92" y="0"/>
                      <a:pt x="1" y="91"/>
                      <a:pt x="1" y="183"/>
                    </a:cubicBezTo>
                    <a:cubicBezTo>
                      <a:pt x="1" y="274"/>
                      <a:pt x="92" y="342"/>
                      <a:pt x="183" y="342"/>
                    </a:cubicBezTo>
                    <a:cubicBezTo>
                      <a:pt x="274" y="342"/>
                      <a:pt x="343" y="274"/>
                      <a:pt x="343" y="183"/>
                    </a:cubicBezTo>
                    <a:cubicBezTo>
                      <a:pt x="343" y="91"/>
                      <a:pt x="274" y="0"/>
                      <a:pt x="183" y="0"/>
                    </a:cubicBezTo>
                    <a:close/>
                  </a:path>
                </a:pathLst>
              </a:custGeom>
              <a:solidFill>
                <a:srgbClr val="0100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34"/>
              <p:cNvSpPr/>
              <p:nvPr/>
            </p:nvSpPr>
            <p:spPr>
              <a:xfrm>
                <a:off x="6156077" y="2001128"/>
                <a:ext cx="416347" cy="647587"/>
              </a:xfrm>
              <a:custGeom>
                <a:rect b="b" l="l" r="r" t="t"/>
                <a:pathLst>
                  <a:path extrusionOk="0" h="10191" w="6552">
                    <a:moveTo>
                      <a:pt x="3276" y="1"/>
                    </a:moveTo>
                    <a:cubicBezTo>
                      <a:pt x="2783" y="1"/>
                      <a:pt x="2184" y="130"/>
                      <a:pt x="1690" y="581"/>
                    </a:cubicBezTo>
                    <a:cubicBezTo>
                      <a:pt x="868" y="1312"/>
                      <a:pt x="274" y="1837"/>
                      <a:pt x="206" y="2681"/>
                    </a:cubicBezTo>
                    <a:lnTo>
                      <a:pt x="754" y="2841"/>
                    </a:lnTo>
                    <a:lnTo>
                      <a:pt x="0" y="3480"/>
                    </a:lnTo>
                    <a:lnTo>
                      <a:pt x="1575" y="7269"/>
                    </a:lnTo>
                    <a:lnTo>
                      <a:pt x="2762" y="10008"/>
                    </a:lnTo>
                    <a:lnTo>
                      <a:pt x="3059" y="10077"/>
                    </a:lnTo>
                    <a:cubicBezTo>
                      <a:pt x="3059" y="10077"/>
                      <a:pt x="2306" y="5352"/>
                      <a:pt x="2215" y="4781"/>
                    </a:cubicBezTo>
                    <a:cubicBezTo>
                      <a:pt x="2100" y="4211"/>
                      <a:pt x="1849" y="810"/>
                      <a:pt x="2329" y="627"/>
                    </a:cubicBezTo>
                    <a:cubicBezTo>
                      <a:pt x="2568" y="536"/>
                      <a:pt x="3013" y="513"/>
                      <a:pt x="3399" y="513"/>
                    </a:cubicBezTo>
                    <a:cubicBezTo>
                      <a:pt x="3784" y="513"/>
                      <a:pt x="4109" y="536"/>
                      <a:pt x="4109" y="536"/>
                    </a:cubicBezTo>
                    <a:cubicBezTo>
                      <a:pt x="4109" y="536"/>
                      <a:pt x="4611" y="718"/>
                      <a:pt x="4680" y="1905"/>
                    </a:cubicBezTo>
                    <a:cubicBezTo>
                      <a:pt x="4725" y="3092"/>
                      <a:pt x="3265" y="10191"/>
                      <a:pt x="3265" y="10191"/>
                    </a:cubicBezTo>
                    <a:lnTo>
                      <a:pt x="3744" y="10100"/>
                    </a:lnTo>
                    <a:lnTo>
                      <a:pt x="6551" y="3480"/>
                    </a:lnTo>
                    <a:lnTo>
                      <a:pt x="5798" y="2841"/>
                    </a:lnTo>
                    <a:lnTo>
                      <a:pt x="6300" y="2681"/>
                    </a:lnTo>
                    <a:cubicBezTo>
                      <a:pt x="6300" y="2681"/>
                      <a:pt x="6141" y="1791"/>
                      <a:pt x="5707" y="1335"/>
                    </a:cubicBezTo>
                    <a:cubicBezTo>
                      <a:pt x="5250" y="878"/>
                      <a:pt x="4451" y="239"/>
                      <a:pt x="4018" y="102"/>
                    </a:cubicBezTo>
                    <a:cubicBezTo>
                      <a:pt x="3844" y="50"/>
                      <a:pt x="3580" y="1"/>
                      <a:pt x="3276" y="1"/>
                    </a:cubicBezTo>
                    <a:close/>
                  </a:path>
                </a:pathLst>
              </a:custGeom>
              <a:solidFill>
                <a:srgbClr val="730D3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34"/>
              <p:cNvSpPr/>
              <p:nvPr/>
            </p:nvSpPr>
            <p:spPr>
              <a:xfrm>
                <a:off x="6156077" y="2010469"/>
                <a:ext cx="416347" cy="638246"/>
              </a:xfrm>
              <a:custGeom>
                <a:rect b="b" l="l" r="r" t="t"/>
                <a:pathLst>
                  <a:path extrusionOk="0" fill="none" h="10044" w="6552">
                    <a:moveTo>
                      <a:pt x="2854" y="10044"/>
                    </a:moveTo>
                    <a:cubicBezTo>
                      <a:pt x="2283" y="8857"/>
                      <a:pt x="0" y="3333"/>
                      <a:pt x="0" y="3333"/>
                    </a:cubicBezTo>
                    <a:lnTo>
                      <a:pt x="754" y="2694"/>
                    </a:lnTo>
                    <a:lnTo>
                      <a:pt x="206" y="2534"/>
                    </a:lnTo>
                    <a:cubicBezTo>
                      <a:pt x="525" y="800"/>
                      <a:pt x="2420" y="1"/>
                      <a:pt x="2420" y="1"/>
                    </a:cubicBezTo>
                    <a:lnTo>
                      <a:pt x="4132" y="1"/>
                    </a:lnTo>
                    <a:cubicBezTo>
                      <a:pt x="4132" y="1"/>
                      <a:pt x="6026" y="800"/>
                      <a:pt x="6346" y="2534"/>
                    </a:cubicBezTo>
                    <a:lnTo>
                      <a:pt x="5798" y="2694"/>
                    </a:lnTo>
                    <a:lnTo>
                      <a:pt x="6551" y="3333"/>
                    </a:lnTo>
                    <a:cubicBezTo>
                      <a:pt x="6551" y="3333"/>
                      <a:pt x="4269" y="8857"/>
                      <a:pt x="3698" y="10044"/>
                    </a:cubicBezTo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4"/>
              <p:cNvSpPr/>
              <p:nvPr/>
            </p:nvSpPr>
            <p:spPr>
              <a:xfrm>
                <a:off x="5941424" y="2660279"/>
                <a:ext cx="452567" cy="417935"/>
              </a:xfrm>
              <a:custGeom>
                <a:rect b="b" l="l" r="r" t="t"/>
                <a:pathLst>
                  <a:path extrusionOk="0" h="6577" w="7122">
                    <a:moveTo>
                      <a:pt x="7122" y="1"/>
                    </a:moveTo>
                    <a:lnTo>
                      <a:pt x="1986" y="959"/>
                    </a:lnTo>
                    <a:cubicBezTo>
                      <a:pt x="1986" y="959"/>
                      <a:pt x="1187" y="2717"/>
                      <a:pt x="776" y="3904"/>
                    </a:cubicBezTo>
                    <a:cubicBezTo>
                      <a:pt x="571" y="4566"/>
                      <a:pt x="0" y="6414"/>
                      <a:pt x="0" y="6414"/>
                    </a:cubicBezTo>
                    <a:cubicBezTo>
                      <a:pt x="804" y="6527"/>
                      <a:pt x="1484" y="6576"/>
                      <a:pt x="2063" y="6576"/>
                    </a:cubicBezTo>
                    <a:cubicBezTo>
                      <a:pt x="3591" y="6576"/>
                      <a:pt x="4411" y="6235"/>
                      <a:pt x="4908" y="5821"/>
                    </a:cubicBezTo>
                    <a:cubicBezTo>
                      <a:pt x="5593" y="5273"/>
                      <a:pt x="7122" y="1"/>
                      <a:pt x="7122" y="1"/>
                    </a:cubicBezTo>
                    <a:close/>
                  </a:path>
                </a:pathLst>
              </a:custGeom>
              <a:solidFill>
                <a:srgbClr val="730D3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4"/>
              <p:cNvSpPr/>
              <p:nvPr/>
            </p:nvSpPr>
            <p:spPr>
              <a:xfrm>
                <a:off x="5941424" y="2660279"/>
                <a:ext cx="452567" cy="433758"/>
              </a:xfrm>
              <a:custGeom>
                <a:rect b="b" l="l" r="r" t="t"/>
                <a:pathLst>
                  <a:path extrusionOk="0" fill="none" h="6826" w="7122">
                    <a:moveTo>
                      <a:pt x="7122" y="1"/>
                    </a:moveTo>
                    <a:cubicBezTo>
                      <a:pt x="7122" y="1"/>
                      <a:pt x="5593" y="5273"/>
                      <a:pt x="4908" y="5821"/>
                    </a:cubicBezTo>
                    <a:cubicBezTo>
                      <a:pt x="4223" y="6392"/>
                      <a:pt x="2922" y="6825"/>
                      <a:pt x="0" y="6414"/>
                    </a:cubicBezTo>
                  </a:path>
                </a:pathLst>
              </a:custGeom>
              <a:noFill/>
              <a:ln cap="rnd" cmpd="sng" w="34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34"/>
              <p:cNvSpPr/>
              <p:nvPr/>
            </p:nvSpPr>
            <p:spPr>
              <a:xfrm>
                <a:off x="6327202" y="2364414"/>
                <a:ext cx="439541" cy="713801"/>
              </a:xfrm>
              <a:custGeom>
                <a:rect b="b" l="l" r="r" t="t"/>
                <a:pathLst>
                  <a:path extrusionOk="0" h="11233" w="6917">
                    <a:moveTo>
                      <a:pt x="4201" y="0"/>
                    </a:moveTo>
                    <a:lnTo>
                      <a:pt x="389" y="2100"/>
                    </a:lnTo>
                    <a:lnTo>
                      <a:pt x="92" y="4497"/>
                    </a:lnTo>
                    <a:lnTo>
                      <a:pt x="1" y="4520"/>
                    </a:lnTo>
                    <a:cubicBezTo>
                      <a:pt x="1" y="4520"/>
                      <a:pt x="1507" y="9929"/>
                      <a:pt x="2169" y="10477"/>
                    </a:cubicBezTo>
                    <a:cubicBezTo>
                      <a:pt x="2649" y="10891"/>
                      <a:pt x="3441" y="11232"/>
                      <a:pt x="4919" y="11232"/>
                    </a:cubicBezTo>
                    <a:cubicBezTo>
                      <a:pt x="5480" y="11232"/>
                      <a:pt x="6139" y="11183"/>
                      <a:pt x="6917" y="11070"/>
                    </a:cubicBezTo>
                    <a:cubicBezTo>
                      <a:pt x="6917" y="11070"/>
                      <a:pt x="6369" y="9222"/>
                      <a:pt x="6164" y="8560"/>
                    </a:cubicBezTo>
                    <a:cubicBezTo>
                      <a:pt x="5776" y="7373"/>
                      <a:pt x="4680" y="4337"/>
                      <a:pt x="4680" y="4337"/>
                    </a:cubicBezTo>
                    <a:lnTo>
                      <a:pt x="4657" y="4337"/>
                    </a:lnTo>
                    <a:lnTo>
                      <a:pt x="4155" y="2967"/>
                    </a:lnTo>
                    <a:lnTo>
                      <a:pt x="4977" y="365"/>
                    </a:lnTo>
                    <a:lnTo>
                      <a:pt x="4201" y="0"/>
                    </a:lnTo>
                    <a:close/>
                  </a:path>
                </a:pathLst>
              </a:custGeom>
              <a:solidFill>
                <a:srgbClr val="730D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4"/>
              <p:cNvSpPr/>
              <p:nvPr/>
            </p:nvSpPr>
            <p:spPr>
              <a:xfrm>
                <a:off x="6327202" y="2397775"/>
                <a:ext cx="439541" cy="696263"/>
              </a:xfrm>
              <a:custGeom>
                <a:rect b="b" l="l" r="r" t="t"/>
                <a:pathLst>
                  <a:path extrusionOk="0" fill="none" h="10957" w="6917">
                    <a:moveTo>
                      <a:pt x="1" y="3995"/>
                    </a:moveTo>
                    <a:cubicBezTo>
                      <a:pt x="1" y="3995"/>
                      <a:pt x="1507" y="9404"/>
                      <a:pt x="2169" y="9952"/>
                    </a:cubicBezTo>
                    <a:cubicBezTo>
                      <a:pt x="2831" y="10523"/>
                      <a:pt x="4087" y="10956"/>
                      <a:pt x="6917" y="10545"/>
                    </a:cubicBezTo>
                    <a:lnTo>
                      <a:pt x="6232" y="8309"/>
                    </a:lnTo>
                    <a:lnTo>
                      <a:pt x="4589" y="3584"/>
                    </a:lnTo>
                    <a:lnTo>
                      <a:pt x="4155" y="2442"/>
                    </a:lnTo>
                    <a:lnTo>
                      <a:pt x="4954" y="0"/>
                    </a:lnTo>
                  </a:path>
                </a:pathLst>
              </a:custGeom>
              <a:solidFill>
                <a:srgbClr val="730D3F"/>
              </a:solidFill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4"/>
              <p:cNvSpPr/>
              <p:nvPr/>
            </p:nvSpPr>
            <p:spPr>
              <a:xfrm>
                <a:off x="6057456" y="2187632"/>
                <a:ext cx="494634" cy="552460"/>
              </a:xfrm>
              <a:custGeom>
                <a:rect b="b" l="l" r="r" t="t"/>
                <a:pathLst>
                  <a:path extrusionOk="0" h="8694" w="7784">
                    <a:moveTo>
                      <a:pt x="4811" y="1"/>
                    </a:moveTo>
                    <a:cubicBezTo>
                      <a:pt x="4730" y="1"/>
                      <a:pt x="4647" y="14"/>
                      <a:pt x="4565" y="43"/>
                    </a:cubicBezTo>
                    <a:lnTo>
                      <a:pt x="571" y="1527"/>
                    </a:lnTo>
                    <a:cubicBezTo>
                      <a:pt x="183" y="1664"/>
                      <a:pt x="0" y="2097"/>
                      <a:pt x="137" y="2485"/>
                    </a:cubicBezTo>
                    <a:lnTo>
                      <a:pt x="2237" y="8215"/>
                    </a:lnTo>
                    <a:cubicBezTo>
                      <a:pt x="2361" y="8516"/>
                      <a:pt x="2637" y="8693"/>
                      <a:pt x="2936" y="8693"/>
                    </a:cubicBezTo>
                    <a:cubicBezTo>
                      <a:pt x="3022" y="8693"/>
                      <a:pt x="3109" y="8679"/>
                      <a:pt x="3196" y="8648"/>
                    </a:cubicBezTo>
                    <a:lnTo>
                      <a:pt x="7190" y="7187"/>
                    </a:lnTo>
                    <a:cubicBezTo>
                      <a:pt x="7578" y="7028"/>
                      <a:pt x="7784" y="6617"/>
                      <a:pt x="7624" y="6229"/>
                    </a:cubicBezTo>
                    <a:lnTo>
                      <a:pt x="5524" y="500"/>
                    </a:lnTo>
                    <a:cubicBezTo>
                      <a:pt x="5398" y="193"/>
                      <a:pt x="5115" y="1"/>
                      <a:pt x="481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4"/>
              <p:cNvSpPr/>
              <p:nvPr/>
            </p:nvSpPr>
            <p:spPr>
              <a:xfrm>
                <a:off x="6135743" y="2201358"/>
                <a:ext cx="178498" cy="96207"/>
              </a:xfrm>
              <a:custGeom>
                <a:rect b="b" l="l" r="r" t="t"/>
                <a:pathLst>
                  <a:path extrusionOk="0" h="1514" w="2809">
                    <a:moveTo>
                      <a:pt x="2363" y="1"/>
                    </a:moveTo>
                    <a:cubicBezTo>
                      <a:pt x="2314" y="1"/>
                      <a:pt x="2264" y="11"/>
                      <a:pt x="2215" y="33"/>
                    </a:cubicBezTo>
                    <a:lnTo>
                      <a:pt x="320" y="717"/>
                    </a:lnTo>
                    <a:cubicBezTo>
                      <a:pt x="92" y="809"/>
                      <a:pt x="1" y="1037"/>
                      <a:pt x="69" y="1242"/>
                    </a:cubicBezTo>
                    <a:cubicBezTo>
                      <a:pt x="143" y="1407"/>
                      <a:pt x="304" y="1513"/>
                      <a:pt x="471" y="1513"/>
                    </a:cubicBezTo>
                    <a:cubicBezTo>
                      <a:pt x="512" y="1513"/>
                      <a:pt x="554" y="1507"/>
                      <a:pt x="594" y="1493"/>
                    </a:cubicBezTo>
                    <a:lnTo>
                      <a:pt x="2489" y="786"/>
                    </a:lnTo>
                    <a:cubicBezTo>
                      <a:pt x="2694" y="717"/>
                      <a:pt x="2808" y="466"/>
                      <a:pt x="2740" y="261"/>
                    </a:cubicBezTo>
                    <a:cubicBezTo>
                      <a:pt x="2670" y="104"/>
                      <a:pt x="2521" y="1"/>
                      <a:pt x="23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34"/>
              <p:cNvSpPr/>
              <p:nvPr/>
            </p:nvSpPr>
            <p:spPr>
              <a:xfrm>
                <a:off x="6182194" y="2270304"/>
                <a:ext cx="344223" cy="324778"/>
              </a:xfrm>
              <a:custGeom>
                <a:rect b="b" l="l" r="r" t="t"/>
                <a:pathLst>
                  <a:path extrusionOk="0" h="5111" w="5417">
                    <a:moveTo>
                      <a:pt x="4372" y="0"/>
                    </a:moveTo>
                    <a:cubicBezTo>
                      <a:pt x="4062" y="0"/>
                      <a:pt x="3127" y="1253"/>
                      <a:pt x="3127" y="1253"/>
                    </a:cubicBezTo>
                    <a:cubicBezTo>
                      <a:pt x="3127" y="1253"/>
                      <a:pt x="3675" y="271"/>
                      <a:pt x="3447" y="203"/>
                    </a:cubicBezTo>
                    <a:cubicBezTo>
                      <a:pt x="3443" y="202"/>
                      <a:pt x="3439" y="201"/>
                      <a:pt x="3434" y="201"/>
                    </a:cubicBezTo>
                    <a:cubicBezTo>
                      <a:pt x="3163" y="201"/>
                      <a:pt x="2169" y="2231"/>
                      <a:pt x="799" y="3444"/>
                    </a:cubicBezTo>
                    <a:cubicBezTo>
                      <a:pt x="0" y="4129"/>
                      <a:pt x="2100" y="5110"/>
                      <a:pt x="2100" y="5110"/>
                    </a:cubicBezTo>
                    <a:cubicBezTo>
                      <a:pt x="2100" y="5110"/>
                      <a:pt x="5205" y="2052"/>
                      <a:pt x="5387" y="1184"/>
                    </a:cubicBezTo>
                    <a:cubicBezTo>
                      <a:pt x="5417" y="1046"/>
                      <a:pt x="5396" y="989"/>
                      <a:pt x="5344" y="989"/>
                    </a:cubicBezTo>
                    <a:cubicBezTo>
                      <a:pt x="5236" y="989"/>
                      <a:pt x="4990" y="1229"/>
                      <a:pt x="4759" y="1486"/>
                    </a:cubicBezTo>
                    <a:lnTo>
                      <a:pt x="4759" y="1486"/>
                    </a:lnTo>
                    <a:cubicBezTo>
                      <a:pt x="4984" y="1186"/>
                      <a:pt x="5179" y="861"/>
                      <a:pt x="5090" y="728"/>
                    </a:cubicBezTo>
                    <a:cubicBezTo>
                      <a:pt x="5077" y="707"/>
                      <a:pt x="5057" y="697"/>
                      <a:pt x="5031" y="697"/>
                    </a:cubicBezTo>
                    <a:cubicBezTo>
                      <a:pt x="4847" y="697"/>
                      <a:pt x="4384" y="1215"/>
                      <a:pt x="4104" y="1548"/>
                    </a:cubicBezTo>
                    <a:lnTo>
                      <a:pt x="4104" y="1548"/>
                    </a:lnTo>
                    <a:cubicBezTo>
                      <a:pt x="4419" y="1150"/>
                      <a:pt x="4939" y="447"/>
                      <a:pt x="4794" y="317"/>
                    </a:cubicBezTo>
                    <a:cubicBezTo>
                      <a:pt x="4783" y="308"/>
                      <a:pt x="4769" y="304"/>
                      <a:pt x="4753" y="304"/>
                    </a:cubicBezTo>
                    <a:cubicBezTo>
                      <a:pt x="4599" y="304"/>
                      <a:pt x="4235" y="687"/>
                      <a:pt x="3942" y="1029"/>
                    </a:cubicBezTo>
                    <a:lnTo>
                      <a:pt x="3942" y="1029"/>
                    </a:lnTo>
                    <a:cubicBezTo>
                      <a:pt x="4244" y="634"/>
                      <a:pt x="4574" y="139"/>
                      <a:pt x="4428" y="20"/>
                    </a:cubicBezTo>
                    <a:cubicBezTo>
                      <a:pt x="4413" y="7"/>
                      <a:pt x="4394" y="0"/>
                      <a:pt x="43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34"/>
              <p:cNvSpPr/>
              <p:nvPr/>
            </p:nvSpPr>
            <p:spPr>
              <a:xfrm>
                <a:off x="6210408" y="2267127"/>
                <a:ext cx="270638" cy="246237"/>
              </a:xfrm>
              <a:custGeom>
                <a:rect b="b" l="l" r="r" t="t"/>
                <a:pathLst>
                  <a:path extrusionOk="0" h="3875" w="4259">
                    <a:moveTo>
                      <a:pt x="3903" y="1"/>
                    </a:moveTo>
                    <a:cubicBezTo>
                      <a:pt x="3819" y="1"/>
                      <a:pt x="3723" y="62"/>
                      <a:pt x="3642" y="116"/>
                    </a:cubicBezTo>
                    <a:cubicBezTo>
                      <a:pt x="3572" y="163"/>
                      <a:pt x="3305" y="400"/>
                      <a:pt x="3071" y="645"/>
                    </a:cubicBezTo>
                    <a:lnTo>
                      <a:pt x="3071" y="645"/>
                    </a:lnTo>
                    <a:cubicBezTo>
                      <a:pt x="3135" y="485"/>
                      <a:pt x="3166" y="381"/>
                      <a:pt x="3071" y="230"/>
                    </a:cubicBezTo>
                    <a:cubicBezTo>
                      <a:pt x="3058" y="203"/>
                      <a:pt x="3045" y="192"/>
                      <a:pt x="3031" y="192"/>
                    </a:cubicBezTo>
                    <a:cubicBezTo>
                      <a:pt x="3022" y="192"/>
                      <a:pt x="3012" y="198"/>
                      <a:pt x="3003" y="207"/>
                    </a:cubicBezTo>
                    <a:cubicBezTo>
                      <a:pt x="2364" y="481"/>
                      <a:pt x="1953" y="1531"/>
                      <a:pt x="1565" y="2056"/>
                    </a:cubicBezTo>
                    <a:cubicBezTo>
                      <a:pt x="1108" y="2672"/>
                      <a:pt x="583" y="3243"/>
                      <a:pt x="36" y="3791"/>
                    </a:cubicBezTo>
                    <a:cubicBezTo>
                      <a:pt x="1" y="3826"/>
                      <a:pt x="33" y="3874"/>
                      <a:pt x="70" y="3874"/>
                    </a:cubicBezTo>
                    <a:cubicBezTo>
                      <a:pt x="82" y="3874"/>
                      <a:pt x="94" y="3870"/>
                      <a:pt x="104" y="3859"/>
                    </a:cubicBezTo>
                    <a:cubicBezTo>
                      <a:pt x="652" y="3312"/>
                      <a:pt x="1200" y="2718"/>
                      <a:pt x="1656" y="2102"/>
                    </a:cubicBezTo>
                    <a:cubicBezTo>
                      <a:pt x="1930" y="1759"/>
                      <a:pt x="2158" y="1371"/>
                      <a:pt x="2410" y="1029"/>
                    </a:cubicBezTo>
                    <a:cubicBezTo>
                      <a:pt x="2494" y="894"/>
                      <a:pt x="2752" y="560"/>
                      <a:pt x="2863" y="560"/>
                    </a:cubicBezTo>
                    <a:cubicBezTo>
                      <a:pt x="2903" y="560"/>
                      <a:pt x="2924" y="602"/>
                      <a:pt x="2912" y="709"/>
                    </a:cubicBezTo>
                    <a:cubicBezTo>
                      <a:pt x="2912" y="755"/>
                      <a:pt x="2899" y="805"/>
                      <a:pt x="2878" y="858"/>
                    </a:cubicBezTo>
                    <a:lnTo>
                      <a:pt x="2878" y="858"/>
                    </a:lnTo>
                    <a:cubicBezTo>
                      <a:pt x="2753" y="1007"/>
                      <a:pt x="2667" y="1139"/>
                      <a:pt x="2681" y="1204"/>
                    </a:cubicBezTo>
                    <a:lnTo>
                      <a:pt x="2681" y="1204"/>
                    </a:lnTo>
                    <a:cubicBezTo>
                      <a:pt x="2674" y="1214"/>
                      <a:pt x="2667" y="1225"/>
                      <a:pt x="2661" y="1234"/>
                    </a:cubicBezTo>
                    <a:cubicBezTo>
                      <a:pt x="2646" y="1279"/>
                      <a:pt x="2670" y="1314"/>
                      <a:pt x="2701" y="1314"/>
                    </a:cubicBezTo>
                    <a:cubicBezTo>
                      <a:pt x="2717" y="1314"/>
                      <a:pt x="2736" y="1304"/>
                      <a:pt x="2752" y="1280"/>
                    </a:cubicBezTo>
                    <a:cubicBezTo>
                      <a:pt x="2957" y="983"/>
                      <a:pt x="3186" y="687"/>
                      <a:pt x="3437" y="436"/>
                    </a:cubicBezTo>
                    <a:cubicBezTo>
                      <a:pt x="3563" y="323"/>
                      <a:pt x="3725" y="176"/>
                      <a:pt x="3819" y="176"/>
                    </a:cubicBezTo>
                    <a:cubicBezTo>
                      <a:pt x="3878" y="176"/>
                      <a:pt x="3911" y="232"/>
                      <a:pt x="3893" y="390"/>
                    </a:cubicBezTo>
                    <a:cubicBezTo>
                      <a:pt x="3848" y="755"/>
                      <a:pt x="3345" y="1234"/>
                      <a:pt x="3117" y="1486"/>
                    </a:cubicBezTo>
                    <a:cubicBezTo>
                      <a:pt x="3082" y="1521"/>
                      <a:pt x="3128" y="1569"/>
                      <a:pt x="3171" y="1569"/>
                    </a:cubicBezTo>
                    <a:cubicBezTo>
                      <a:pt x="3185" y="1569"/>
                      <a:pt x="3198" y="1565"/>
                      <a:pt x="3208" y="1554"/>
                    </a:cubicBezTo>
                    <a:cubicBezTo>
                      <a:pt x="3414" y="1303"/>
                      <a:pt x="4258" y="481"/>
                      <a:pt x="4053" y="116"/>
                    </a:cubicBezTo>
                    <a:cubicBezTo>
                      <a:pt x="4015" y="31"/>
                      <a:pt x="3962" y="1"/>
                      <a:pt x="3903" y="1"/>
                    </a:cubicBezTo>
                    <a:close/>
                  </a:path>
                </a:pathLst>
              </a:custGeom>
              <a:solidFill>
                <a:srgbClr val="0F110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34"/>
              <p:cNvSpPr/>
              <p:nvPr/>
            </p:nvSpPr>
            <p:spPr>
              <a:xfrm>
                <a:off x="6427984" y="2284093"/>
                <a:ext cx="69010" cy="100147"/>
              </a:xfrm>
              <a:custGeom>
                <a:rect b="b" l="l" r="r" t="t"/>
                <a:pathLst>
                  <a:path extrusionOk="0" h="1576" w="1086">
                    <a:moveTo>
                      <a:pt x="860" y="1"/>
                    </a:moveTo>
                    <a:cubicBezTo>
                      <a:pt x="609" y="1"/>
                      <a:pt x="369" y="343"/>
                      <a:pt x="264" y="511"/>
                    </a:cubicBezTo>
                    <a:cubicBezTo>
                      <a:pt x="231" y="543"/>
                      <a:pt x="268" y="575"/>
                      <a:pt x="300" y="575"/>
                    </a:cubicBezTo>
                    <a:cubicBezTo>
                      <a:pt x="313" y="575"/>
                      <a:pt x="326" y="570"/>
                      <a:pt x="332" y="557"/>
                    </a:cubicBezTo>
                    <a:cubicBezTo>
                      <a:pt x="446" y="420"/>
                      <a:pt x="560" y="260"/>
                      <a:pt x="720" y="169"/>
                    </a:cubicBezTo>
                    <a:cubicBezTo>
                      <a:pt x="769" y="139"/>
                      <a:pt x="822" y="118"/>
                      <a:pt x="865" y="118"/>
                    </a:cubicBezTo>
                    <a:cubicBezTo>
                      <a:pt x="922" y="118"/>
                      <a:pt x="962" y="156"/>
                      <a:pt x="948" y="260"/>
                    </a:cubicBezTo>
                    <a:cubicBezTo>
                      <a:pt x="926" y="420"/>
                      <a:pt x="743" y="579"/>
                      <a:pt x="652" y="716"/>
                    </a:cubicBezTo>
                    <a:cubicBezTo>
                      <a:pt x="469" y="990"/>
                      <a:pt x="241" y="1241"/>
                      <a:pt x="35" y="1492"/>
                    </a:cubicBezTo>
                    <a:cubicBezTo>
                      <a:pt x="0" y="1527"/>
                      <a:pt x="33" y="1576"/>
                      <a:pt x="70" y="1576"/>
                    </a:cubicBezTo>
                    <a:cubicBezTo>
                      <a:pt x="82" y="1576"/>
                      <a:pt x="93" y="1571"/>
                      <a:pt x="104" y="1561"/>
                    </a:cubicBezTo>
                    <a:cubicBezTo>
                      <a:pt x="424" y="1196"/>
                      <a:pt x="834" y="808"/>
                      <a:pt x="1017" y="351"/>
                    </a:cubicBezTo>
                    <a:cubicBezTo>
                      <a:pt x="1063" y="237"/>
                      <a:pt x="1085" y="54"/>
                      <a:pt x="926" y="9"/>
                    </a:cubicBezTo>
                    <a:cubicBezTo>
                      <a:pt x="904" y="3"/>
                      <a:pt x="882" y="1"/>
                      <a:pt x="860" y="1"/>
                    </a:cubicBezTo>
                    <a:close/>
                  </a:path>
                </a:pathLst>
              </a:custGeom>
              <a:solidFill>
                <a:srgbClr val="0F110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4"/>
              <p:cNvSpPr/>
              <p:nvPr/>
            </p:nvSpPr>
            <p:spPr>
              <a:xfrm>
                <a:off x="6455562" y="2309003"/>
                <a:ext cx="58843" cy="88328"/>
              </a:xfrm>
              <a:custGeom>
                <a:rect b="b" l="l" r="r" t="t"/>
                <a:pathLst>
                  <a:path extrusionOk="0" h="1390" w="926">
                    <a:moveTo>
                      <a:pt x="745" y="1"/>
                    </a:moveTo>
                    <a:cubicBezTo>
                      <a:pt x="523" y="1"/>
                      <a:pt x="134" y="436"/>
                      <a:pt x="81" y="507"/>
                    </a:cubicBezTo>
                    <a:cubicBezTo>
                      <a:pt x="46" y="542"/>
                      <a:pt x="78" y="590"/>
                      <a:pt x="115" y="590"/>
                    </a:cubicBezTo>
                    <a:cubicBezTo>
                      <a:pt x="127" y="590"/>
                      <a:pt x="139" y="586"/>
                      <a:pt x="149" y="575"/>
                    </a:cubicBezTo>
                    <a:cubicBezTo>
                      <a:pt x="286" y="438"/>
                      <a:pt x="423" y="256"/>
                      <a:pt x="606" y="165"/>
                    </a:cubicBezTo>
                    <a:cubicBezTo>
                      <a:pt x="648" y="143"/>
                      <a:pt x="682" y="133"/>
                      <a:pt x="707" y="133"/>
                    </a:cubicBezTo>
                    <a:cubicBezTo>
                      <a:pt x="762" y="133"/>
                      <a:pt x="774" y="184"/>
                      <a:pt x="743" y="279"/>
                    </a:cubicBezTo>
                    <a:cubicBezTo>
                      <a:pt x="674" y="507"/>
                      <a:pt x="514" y="690"/>
                      <a:pt x="378" y="872"/>
                    </a:cubicBezTo>
                    <a:cubicBezTo>
                      <a:pt x="263" y="1032"/>
                      <a:pt x="149" y="1169"/>
                      <a:pt x="35" y="1306"/>
                    </a:cubicBezTo>
                    <a:cubicBezTo>
                      <a:pt x="0" y="1341"/>
                      <a:pt x="32" y="1389"/>
                      <a:pt x="70" y="1389"/>
                    </a:cubicBezTo>
                    <a:cubicBezTo>
                      <a:pt x="81" y="1389"/>
                      <a:pt x="93" y="1385"/>
                      <a:pt x="104" y="1374"/>
                    </a:cubicBezTo>
                    <a:cubicBezTo>
                      <a:pt x="286" y="1169"/>
                      <a:pt x="469" y="941"/>
                      <a:pt x="629" y="712"/>
                    </a:cubicBezTo>
                    <a:cubicBezTo>
                      <a:pt x="720" y="575"/>
                      <a:pt x="925" y="324"/>
                      <a:pt x="880" y="119"/>
                    </a:cubicBezTo>
                    <a:cubicBezTo>
                      <a:pt x="855" y="34"/>
                      <a:pt x="806" y="1"/>
                      <a:pt x="745" y="1"/>
                    </a:cubicBezTo>
                    <a:close/>
                  </a:path>
                </a:pathLst>
              </a:custGeom>
              <a:solidFill>
                <a:srgbClr val="0F110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4"/>
              <p:cNvSpPr/>
              <p:nvPr/>
            </p:nvSpPr>
            <p:spPr>
              <a:xfrm>
                <a:off x="6310490" y="2327049"/>
                <a:ext cx="235815" cy="270448"/>
              </a:xfrm>
              <a:custGeom>
                <a:rect b="b" l="l" r="r" t="t"/>
                <a:pathLst>
                  <a:path extrusionOk="0" h="4256" w="3711">
                    <a:moveTo>
                      <a:pt x="3282" y="1"/>
                    </a:moveTo>
                    <a:cubicBezTo>
                      <a:pt x="3071" y="1"/>
                      <a:pt x="2829" y="377"/>
                      <a:pt x="2752" y="474"/>
                    </a:cubicBezTo>
                    <a:cubicBezTo>
                      <a:pt x="2716" y="527"/>
                      <a:pt x="2750" y="580"/>
                      <a:pt x="2788" y="580"/>
                    </a:cubicBezTo>
                    <a:cubicBezTo>
                      <a:pt x="2799" y="580"/>
                      <a:pt x="2810" y="576"/>
                      <a:pt x="2820" y="565"/>
                    </a:cubicBezTo>
                    <a:cubicBezTo>
                      <a:pt x="2887" y="476"/>
                      <a:pt x="3148" y="85"/>
                      <a:pt x="3288" y="85"/>
                    </a:cubicBezTo>
                    <a:cubicBezTo>
                      <a:pt x="3292" y="85"/>
                      <a:pt x="3296" y="85"/>
                      <a:pt x="3300" y="86"/>
                    </a:cubicBezTo>
                    <a:cubicBezTo>
                      <a:pt x="3551" y="154"/>
                      <a:pt x="3071" y="862"/>
                      <a:pt x="3026" y="931"/>
                    </a:cubicBezTo>
                    <a:cubicBezTo>
                      <a:pt x="2775" y="1341"/>
                      <a:pt x="2455" y="1661"/>
                      <a:pt x="2158" y="2003"/>
                    </a:cubicBezTo>
                    <a:cubicBezTo>
                      <a:pt x="1474" y="2734"/>
                      <a:pt x="835" y="3555"/>
                      <a:pt x="36" y="4172"/>
                    </a:cubicBezTo>
                    <a:cubicBezTo>
                      <a:pt x="1" y="4207"/>
                      <a:pt x="33" y="4255"/>
                      <a:pt x="81" y="4255"/>
                    </a:cubicBezTo>
                    <a:cubicBezTo>
                      <a:pt x="95" y="4255"/>
                      <a:pt x="111" y="4251"/>
                      <a:pt x="127" y="4240"/>
                    </a:cubicBezTo>
                    <a:cubicBezTo>
                      <a:pt x="698" y="3784"/>
                      <a:pt x="1177" y="3190"/>
                      <a:pt x="1679" y="2665"/>
                    </a:cubicBezTo>
                    <a:cubicBezTo>
                      <a:pt x="2113" y="2186"/>
                      <a:pt x="2592" y="1729"/>
                      <a:pt x="2980" y="1182"/>
                    </a:cubicBezTo>
                    <a:cubicBezTo>
                      <a:pt x="3094" y="1045"/>
                      <a:pt x="3711" y="291"/>
                      <a:pt x="3391" y="40"/>
                    </a:cubicBezTo>
                    <a:cubicBezTo>
                      <a:pt x="3356" y="13"/>
                      <a:pt x="3320" y="1"/>
                      <a:pt x="3282" y="1"/>
                    </a:cubicBezTo>
                    <a:close/>
                  </a:path>
                </a:pathLst>
              </a:custGeom>
              <a:solidFill>
                <a:srgbClr val="0F110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4"/>
              <p:cNvSpPr/>
              <p:nvPr/>
            </p:nvSpPr>
            <p:spPr>
              <a:xfrm>
                <a:off x="5971862" y="2397775"/>
                <a:ext cx="443925" cy="425497"/>
              </a:xfrm>
              <a:custGeom>
                <a:rect b="b" l="l" r="r" t="t"/>
                <a:pathLst>
                  <a:path extrusionOk="0" h="6696" w="6986">
                    <a:moveTo>
                      <a:pt x="4794" y="0"/>
                    </a:moveTo>
                    <a:lnTo>
                      <a:pt x="2443" y="1183"/>
                    </a:lnTo>
                    <a:lnTo>
                      <a:pt x="2443" y="1119"/>
                    </a:lnTo>
                    <a:lnTo>
                      <a:pt x="2329" y="1233"/>
                    </a:lnTo>
                    <a:lnTo>
                      <a:pt x="434" y="2169"/>
                    </a:lnTo>
                    <a:lnTo>
                      <a:pt x="1" y="5843"/>
                    </a:lnTo>
                    <a:cubicBezTo>
                      <a:pt x="561" y="6404"/>
                      <a:pt x="1304" y="6695"/>
                      <a:pt x="2105" y="6695"/>
                    </a:cubicBezTo>
                    <a:cubicBezTo>
                      <a:pt x="3914" y="6695"/>
                      <a:pt x="6020" y="5207"/>
                      <a:pt x="6985" y="1963"/>
                    </a:cubicBezTo>
                    <a:lnTo>
                      <a:pt x="4794" y="0"/>
                    </a:lnTo>
                    <a:close/>
                  </a:path>
                </a:pathLst>
              </a:custGeom>
              <a:solidFill>
                <a:srgbClr val="730D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4"/>
              <p:cNvSpPr/>
              <p:nvPr/>
            </p:nvSpPr>
            <p:spPr>
              <a:xfrm>
                <a:off x="5955912" y="2397775"/>
                <a:ext cx="459875" cy="493173"/>
              </a:xfrm>
              <a:custGeom>
                <a:rect b="b" l="l" r="r" t="t"/>
                <a:pathLst>
                  <a:path extrusionOk="0" fill="none" h="7761" w="7237">
                    <a:moveTo>
                      <a:pt x="1" y="5570"/>
                    </a:moveTo>
                    <a:cubicBezTo>
                      <a:pt x="1713" y="7761"/>
                      <a:pt x="5775" y="6848"/>
                      <a:pt x="7236" y="1963"/>
                    </a:cubicBezTo>
                    <a:lnTo>
                      <a:pt x="5045" y="0"/>
                    </a:lnTo>
                    <a:lnTo>
                      <a:pt x="1324" y="1872"/>
                    </a:lnTo>
                  </a:path>
                </a:pathLst>
              </a:custGeom>
              <a:solidFill>
                <a:srgbClr val="730D3F"/>
              </a:solidFill>
              <a:ln cap="rnd" cmpd="sng" w="95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4"/>
              <p:cNvSpPr/>
              <p:nvPr/>
            </p:nvSpPr>
            <p:spPr>
              <a:xfrm>
                <a:off x="6212632" y="2429674"/>
                <a:ext cx="169792" cy="181357"/>
              </a:xfrm>
              <a:custGeom>
                <a:rect b="b" l="l" r="r" t="t"/>
                <a:pathLst>
                  <a:path extrusionOk="0" fill="none" h="2854" w="2672">
                    <a:moveTo>
                      <a:pt x="1" y="0"/>
                    </a:moveTo>
                    <a:lnTo>
                      <a:pt x="2671" y="2853"/>
                    </a:lnTo>
                  </a:path>
                </a:pathLst>
              </a:custGeom>
              <a:noFill/>
              <a:ln cap="rnd" cmpd="sng" w="9525">
                <a:solidFill>
                  <a:srgbClr val="010001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34"/>
              <p:cNvSpPr/>
              <p:nvPr/>
            </p:nvSpPr>
            <p:spPr>
              <a:xfrm>
                <a:off x="6251775" y="2425290"/>
                <a:ext cx="26181" cy="26181"/>
              </a:xfrm>
              <a:custGeom>
                <a:rect b="b" l="l" r="r" t="t"/>
                <a:pathLst>
                  <a:path extrusionOk="0" h="412" w="412">
                    <a:moveTo>
                      <a:pt x="206" y="1"/>
                    </a:moveTo>
                    <a:cubicBezTo>
                      <a:pt x="92" y="1"/>
                      <a:pt x="1" y="92"/>
                      <a:pt x="1" y="206"/>
                    </a:cubicBezTo>
                    <a:cubicBezTo>
                      <a:pt x="1" y="320"/>
                      <a:pt x="92" y="412"/>
                      <a:pt x="206" y="412"/>
                    </a:cubicBezTo>
                    <a:cubicBezTo>
                      <a:pt x="321" y="412"/>
                      <a:pt x="412" y="320"/>
                      <a:pt x="412" y="206"/>
                    </a:cubicBezTo>
                    <a:cubicBezTo>
                      <a:pt x="412" y="92"/>
                      <a:pt x="321" y="1"/>
                      <a:pt x="2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4"/>
              <p:cNvSpPr/>
              <p:nvPr/>
            </p:nvSpPr>
            <p:spPr>
              <a:xfrm>
                <a:off x="6240210" y="1982954"/>
                <a:ext cx="272735" cy="142468"/>
              </a:xfrm>
              <a:custGeom>
                <a:rect b="b" l="l" r="r" t="t"/>
                <a:pathLst>
                  <a:path extrusionOk="0" h="2242" w="4292">
                    <a:moveTo>
                      <a:pt x="1995" y="0"/>
                    </a:moveTo>
                    <a:cubicBezTo>
                      <a:pt x="1623" y="0"/>
                      <a:pt x="1370" y="183"/>
                      <a:pt x="1370" y="183"/>
                    </a:cubicBezTo>
                    <a:cubicBezTo>
                      <a:pt x="1370" y="183"/>
                      <a:pt x="0" y="1027"/>
                      <a:pt x="183" y="1712"/>
                    </a:cubicBezTo>
                    <a:cubicBezTo>
                      <a:pt x="277" y="2075"/>
                      <a:pt x="624" y="2240"/>
                      <a:pt x="1016" y="2240"/>
                    </a:cubicBezTo>
                    <a:cubicBezTo>
                      <a:pt x="1387" y="2240"/>
                      <a:pt x="1800" y="2093"/>
                      <a:pt x="2077" y="1826"/>
                    </a:cubicBezTo>
                    <a:cubicBezTo>
                      <a:pt x="2077" y="1826"/>
                      <a:pt x="2563" y="2242"/>
                      <a:pt x="3058" y="2242"/>
                    </a:cubicBezTo>
                    <a:cubicBezTo>
                      <a:pt x="3198" y="2242"/>
                      <a:pt x="3339" y="2209"/>
                      <a:pt x="3470" y="2123"/>
                    </a:cubicBezTo>
                    <a:cubicBezTo>
                      <a:pt x="4292" y="1621"/>
                      <a:pt x="3310" y="616"/>
                      <a:pt x="2625" y="183"/>
                    </a:cubicBezTo>
                    <a:cubicBezTo>
                      <a:pt x="2397" y="46"/>
                      <a:pt x="2181" y="0"/>
                      <a:pt x="19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34"/>
              <p:cNvSpPr/>
              <p:nvPr/>
            </p:nvSpPr>
            <p:spPr>
              <a:xfrm>
                <a:off x="6240210" y="1968402"/>
                <a:ext cx="272735" cy="174113"/>
              </a:xfrm>
              <a:custGeom>
                <a:rect b="b" l="l" r="r" t="t"/>
                <a:pathLst>
                  <a:path extrusionOk="0" fill="none" h="2740" w="4292">
                    <a:moveTo>
                      <a:pt x="2077" y="2055"/>
                    </a:moveTo>
                    <a:cubicBezTo>
                      <a:pt x="2077" y="2055"/>
                      <a:pt x="2876" y="2740"/>
                      <a:pt x="3470" y="2352"/>
                    </a:cubicBezTo>
                    <a:cubicBezTo>
                      <a:pt x="4292" y="1850"/>
                      <a:pt x="3310" y="845"/>
                      <a:pt x="2625" y="412"/>
                    </a:cubicBezTo>
                    <a:cubicBezTo>
                      <a:pt x="1941" y="1"/>
                      <a:pt x="1370" y="412"/>
                      <a:pt x="1370" y="412"/>
                    </a:cubicBezTo>
                    <a:cubicBezTo>
                      <a:pt x="1370" y="412"/>
                      <a:pt x="0" y="1256"/>
                      <a:pt x="183" y="1941"/>
                    </a:cubicBezTo>
                    <a:cubicBezTo>
                      <a:pt x="366" y="2649"/>
                      <a:pt x="1507" y="2603"/>
                      <a:pt x="2077" y="2055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34"/>
              <p:cNvSpPr/>
              <p:nvPr/>
            </p:nvSpPr>
            <p:spPr>
              <a:xfrm>
                <a:off x="6150294" y="1624434"/>
                <a:ext cx="467056" cy="390675"/>
              </a:xfrm>
              <a:custGeom>
                <a:rect b="b" l="l" r="r" t="t"/>
                <a:pathLst>
                  <a:path extrusionOk="0" h="6148" w="7350">
                    <a:moveTo>
                      <a:pt x="3755" y="0"/>
                    </a:moveTo>
                    <a:cubicBezTo>
                      <a:pt x="3013" y="0"/>
                      <a:pt x="1776" y="281"/>
                      <a:pt x="959" y="1944"/>
                    </a:cubicBezTo>
                    <a:cubicBezTo>
                      <a:pt x="0" y="3885"/>
                      <a:pt x="297" y="5231"/>
                      <a:pt x="480" y="5756"/>
                    </a:cubicBezTo>
                    <a:cubicBezTo>
                      <a:pt x="525" y="5916"/>
                      <a:pt x="662" y="6007"/>
                      <a:pt x="799" y="6007"/>
                    </a:cubicBezTo>
                    <a:lnTo>
                      <a:pt x="5935" y="6144"/>
                    </a:lnTo>
                    <a:cubicBezTo>
                      <a:pt x="5948" y="6146"/>
                      <a:pt x="5962" y="6147"/>
                      <a:pt x="5975" y="6147"/>
                    </a:cubicBezTo>
                    <a:cubicBezTo>
                      <a:pt x="6117" y="6147"/>
                      <a:pt x="6235" y="6037"/>
                      <a:pt x="6277" y="5870"/>
                    </a:cubicBezTo>
                    <a:cubicBezTo>
                      <a:pt x="6574" y="4798"/>
                      <a:pt x="7350" y="1009"/>
                      <a:pt x="4383" y="73"/>
                    </a:cubicBezTo>
                    <a:cubicBezTo>
                      <a:pt x="4383" y="73"/>
                      <a:pt x="4133" y="0"/>
                      <a:pt x="375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4"/>
              <p:cNvSpPr/>
              <p:nvPr/>
            </p:nvSpPr>
            <p:spPr>
              <a:xfrm>
                <a:off x="6295303" y="1705771"/>
                <a:ext cx="229270" cy="374471"/>
              </a:xfrm>
              <a:custGeom>
                <a:rect b="b" l="l" r="r" t="t"/>
                <a:pathLst>
                  <a:path extrusionOk="0" h="5893" w="3608">
                    <a:moveTo>
                      <a:pt x="2266" y="0"/>
                    </a:moveTo>
                    <a:cubicBezTo>
                      <a:pt x="2241" y="0"/>
                      <a:pt x="2217" y="1"/>
                      <a:pt x="2192" y="2"/>
                    </a:cubicBezTo>
                    <a:lnTo>
                      <a:pt x="1188" y="48"/>
                    </a:lnTo>
                    <a:cubicBezTo>
                      <a:pt x="526" y="71"/>
                      <a:pt x="1" y="733"/>
                      <a:pt x="46" y="1509"/>
                    </a:cubicBezTo>
                    <a:lnTo>
                      <a:pt x="115" y="3061"/>
                    </a:lnTo>
                    <a:cubicBezTo>
                      <a:pt x="115" y="3107"/>
                      <a:pt x="115" y="3152"/>
                      <a:pt x="138" y="3198"/>
                    </a:cubicBezTo>
                    <a:cubicBezTo>
                      <a:pt x="115" y="3244"/>
                      <a:pt x="115" y="3289"/>
                      <a:pt x="115" y="3335"/>
                    </a:cubicBezTo>
                    <a:lnTo>
                      <a:pt x="161" y="4294"/>
                    </a:lnTo>
                    <a:lnTo>
                      <a:pt x="161" y="4339"/>
                    </a:lnTo>
                    <a:lnTo>
                      <a:pt x="229" y="5298"/>
                    </a:lnTo>
                    <a:cubicBezTo>
                      <a:pt x="229" y="5627"/>
                      <a:pt x="503" y="5893"/>
                      <a:pt x="828" y="5893"/>
                    </a:cubicBezTo>
                    <a:cubicBezTo>
                      <a:pt x="841" y="5893"/>
                      <a:pt x="855" y="5892"/>
                      <a:pt x="868" y="5891"/>
                    </a:cubicBezTo>
                    <a:lnTo>
                      <a:pt x="1279" y="5869"/>
                    </a:lnTo>
                    <a:cubicBezTo>
                      <a:pt x="1621" y="5869"/>
                      <a:pt x="1895" y="5572"/>
                      <a:pt x="1872" y="5207"/>
                    </a:cubicBezTo>
                    <a:lnTo>
                      <a:pt x="1827" y="4385"/>
                    </a:lnTo>
                    <a:lnTo>
                      <a:pt x="2420" y="4339"/>
                    </a:lnTo>
                    <a:cubicBezTo>
                      <a:pt x="3082" y="4316"/>
                      <a:pt x="3607" y="3655"/>
                      <a:pt x="3561" y="2901"/>
                    </a:cubicBezTo>
                    <a:lnTo>
                      <a:pt x="3493" y="1326"/>
                    </a:lnTo>
                    <a:cubicBezTo>
                      <a:pt x="3449" y="578"/>
                      <a:pt x="2917" y="0"/>
                      <a:pt x="22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4"/>
              <p:cNvSpPr/>
              <p:nvPr/>
            </p:nvSpPr>
            <p:spPr>
              <a:xfrm>
                <a:off x="6295303" y="1702975"/>
                <a:ext cx="229270" cy="378665"/>
              </a:xfrm>
              <a:custGeom>
                <a:rect b="b" l="l" r="r" t="t"/>
                <a:pathLst>
                  <a:path extrusionOk="0" fill="none" h="5959" w="3608">
                    <a:moveTo>
                      <a:pt x="2192" y="46"/>
                    </a:moveTo>
                    <a:lnTo>
                      <a:pt x="1188" y="92"/>
                    </a:lnTo>
                    <a:cubicBezTo>
                      <a:pt x="526" y="115"/>
                      <a:pt x="1" y="777"/>
                      <a:pt x="46" y="1553"/>
                    </a:cubicBezTo>
                    <a:lnTo>
                      <a:pt x="115" y="3105"/>
                    </a:lnTo>
                    <a:cubicBezTo>
                      <a:pt x="115" y="3151"/>
                      <a:pt x="115" y="3196"/>
                      <a:pt x="138" y="3242"/>
                    </a:cubicBezTo>
                    <a:cubicBezTo>
                      <a:pt x="115" y="3288"/>
                      <a:pt x="115" y="3333"/>
                      <a:pt x="115" y="3379"/>
                    </a:cubicBezTo>
                    <a:lnTo>
                      <a:pt x="161" y="4338"/>
                    </a:lnTo>
                    <a:lnTo>
                      <a:pt x="161" y="4383"/>
                    </a:lnTo>
                    <a:lnTo>
                      <a:pt x="229" y="5342"/>
                    </a:lnTo>
                    <a:cubicBezTo>
                      <a:pt x="229" y="5684"/>
                      <a:pt x="526" y="5958"/>
                      <a:pt x="868" y="5935"/>
                    </a:cubicBezTo>
                    <a:lnTo>
                      <a:pt x="1279" y="5913"/>
                    </a:lnTo>
                    <a:cubicBezTo>
                      <a:pt x="1621" y="5913"/>
                      <a:pt x="1895" y="5616"/>
                      <a:pt x="1872" y="5251"/>
                    </a:cubicBezTo>
                    <a:lnTo>
                      <a:pt x="1827" y="4429"/>
                    </a:lnTo>
                    <a:lnTo>
                      <a:pt x="2420" y="4383"/>
                    </a:lnTo>
                    <a:cubicBezTo>
                      <a:pt x="3082" y="4360"/>
                      <a:pt x="3607" y="3699"/>
                      <a:pt x="3561" y="2945"/>
                    </a:cubicBezTo>
                    <a:lnTo>
                      <a:pt x="3493" y="1370"/>
                    </a:lnTo>
                    <a:cubicBezTo>
                      <a:pt x="3447" y="594"/>
                      <a:pt x="2877" y="1"/>
                      <a:pt x="2192" y="46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0000"/>
                </a:solidFill>
                <a:prstDash val="solid"/>
                <a:miter lim="228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34"/>
              <p:cNvSpPr/>
              <p:nvPr/>
            </p:nvSpPr>
            <p:spPr>
              <a:xfrm>
                <a:off x="6389603" y="1813226"/>
                <a:ext cx="30502" cy="29231"/>
              </a:xfrm>
              <a:custGeom>
                <a:rect b="b" l="l" r="r" t="t"/>
                <a:pathLst>
                  <a:path extrusionOk="0" h="460" w="480">
                    <a:moveTo>
                      <a:pt x="229" y="1"/>
                    </a:moveTo>
                    <a:cubicBezTo>
                      <a:pt x="92" y="23"/>
                      <a:pt x="0" y="115"/>
                      <a:pt x="0" y="252"/>
                    </a:cubicBezTo>
                    <a:cubicBezTo>
                      <a:pt x="21" y="356"/>
                      <a:pt x="99" y="460"/>
                      <a:pt x="217" y="460"/>
                    </a:cubicBezTo>
                    <a:cubicBezTo>
                      <a:pt x="228" y="460"/>
                      <a:pt x="240" y="459"/>
                      <a:pt x="251" y="457"/>
                    </a:cubicBezTo>
                    <a:cubicBezTo>
                      <a:pt x="366" y="457"/>
                      <a:pt x="480" y="343"/>
                      <a:pt x="457" y="229"/>
                    </a:cubicBezTo>
                    <a:cubicBezTo>
                      <a:pt x="457" y="92"/>
                      <a:pt x="343" y="1"/>
                      <a:pt x="22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4"/>
              <p:cNvSpPr/>
              <p:nvPr/>
            </p:nvSpPr>
            <p:spPr>
              <a:xfrm>
                <a:off x="6483903" y="1808905"/>
                <a:ext cx="26117" cy="24719"/>
              </a:xfrm>
              <a:custGeom>
                <a:rect b="b" l="l" r="r" t="t"/>
                <a:pathLst>
                  <a:path extrusionOk="0" h="389" w="411">
                    <a:moveTo>
                      <a:pt x="205" y="0"/>
                    </a:moveTo>
                    <a:cubicBezTo>
                      <a:pt x="91" y="0"/>
                      <a:pt x="0" y="91"/>
                      <a:pt x="23" y="206"/>
                    </a:cubicBezTo>
                    <a:cubicBezTo>
                      <a:pt x="23" y="320"/>
                      <a:pt x="114" y="388"/>
                      <a:pt x="228" y="388"/>
                    </a:cubicBezTo>
                    <a:cubicBezTo>
                      <a:pt x="320" y="388"/>
                      <a:pt x="411" y="297"/>
                      <a:pt x="411" y="183"/>
                    </a:cubicBezTo>
                    <a:cubicBezTo>
                      <a:pt x="411" y="69"/>
                      <a:pt x="320" y="0"/>
                      <a:pt x="20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34"/>
              <p:cNvSpPr/>
              <p:nvPr/>
            </p:nvSpPr>
            <p:spPr>
              <a:xfrm>
                <a:off x="6418579" y="1874165"/>
                <a:ext cx="59986" cy="36920"/>
              </a:xfrm>
              <a:custGeom>
                <a:rect b="b" l="l" r="r" t="t"/>
                <a:pathLst>
                  <a:path extrusionOk="0" h="581" w="944">
                    <a:moveTo>
                      <a:pt x="171" y="146"/>
                    </a:moveTo>
                    <a:cubicBezTo>
                      <a:pt x="373" y="163"/>
                      <a:pt x="566" y="180"/>
                      <a:pt x="767" y="197"/>
                    </a:cubicBezTo>
                    <a:lnTo>
                      <a:pt x="767" y="197"/>
                    </a:lnTo>
                    <a:cubicBezTo>
                      <a:pt x="735" y="259"/>
                      <a:pt x="688" y="318"/>
                      <a:pt x="640" y="365"/>
                    </a:cubicBezTo>
                    <a:cubicBezTo>
                      <a:pt x="590" y="405"/>
                      <a:pt x="540" y="422"/>
                      <a:pt x="492" y="422"/>
                    </a:cubicBezTo>
                    <a:cubicBezTo>
                      <a:pt x="354" y="422"/>
                      <a:pt x="233" y="284"/>
                      <a:pt x="171" y="146"/>
                    </a:cubicBezTo>
                    <a:close/>
                    <a:moveTo>
                      <a:pt x="69" y="0"/>
                    </a:moveTo>
                    <a:cubicBezTo>
                      <a:pt x="24" y="0"/>
                      <a:pt x="1" y="46"/>
                      <a:pt x="1" y="92"/>
                    </a:cubicBezTo>
                    <a:cubicBezTo>
                      <a:pt x="42" y="318"/>
                      <a:pt x="231" y="581"/>
                      <a:pt x="485" y="581"/>
                    </a:cubicBezTo>
                    <a:cubicBezTo>
                      <a:pt x="513" y="581"/>
                      <a:pt x="542" y="578"/>
                      <a:pt x="572" y="571"/>
                    </a:cubicBezTo>
                    <a:cubicBezTo>
                      <a:pt x="768" y="527"/>
                      <a:pt x="881" y="337"/>
                      <a:pt x="930" y="161"/>
                    </a:cubicBezTo>
                    <a:lnTo>
                      <a:pt x="930" y="161"/>
                    </a:lnTo>
                    <a:cubicBezTo>
                      <a:pt x="933" y="155"/>
                      <a:pt x="934" y="149"/>
                      <a:pt x="935" y="143"/>
                    </a:cubicBezTo>
                    <a:lnTo>
                      <a:pt x="935" y="143"/>
                    </a:lnTo>
                    <a:cubicBezTo>
                      <a:pt x="936" y="141"/>
                      <a:pt x="936" y="139"/>
                      <a:pt x="937" y="137"/>
                    </a:cubicBezTo>
                    <a:cubicBezTo>
                      <a:pt x="943" y="111"/>
                      <a:pt x="937" y="91"/>
                      <a:pt x="924" y="77"/>
                    </a:cubicBezTo>
                    <a:lnTo>
                      <a:pt x="924" y="77"/>
                    </a:lnTo>
                    <a:cubicBezTo>
                      <a:pt x="913" y="59"/>
                      <a:pt x="894" y="46"/>
                      <a:pt x="868" y="46"/>
                    </a:cubicBezTo>
                    <a:cubicBezTo>
                      <a:pt x="594" y="23"/>
                      <a:pt x="343" y="23"/>
                      <a:pt x="6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4"/>
              <p:cNvSpPr/>
              <p:nvPr/>
            </p:nvSpPr>
            <p:spPr>
              <a:xfrm>
                <a:off x="6218859" y="1668343"/>
                <a:ext cx="310036" cy="183010"/>
              </a:xfrm>
              <a:custGeom>
                <a:rect b="b" l="l" r="r" t="t"/>
                <a:pathLst>
                  <a:path extrusionOk="0" h="2880" w="4879">
                    <a:moveTo>
                      <a:pt x="2883" y="1"/>
                    </a:moveTo>
                    <a:cubicBezTo>
                      <a:pt x="2155" y="1"/>
                      <a:pt x="1454" y="310"/>
                      <a:pt x="1204" y="591"/>
                    </a:cubicBezTo>
                    <a:cubicBezTo>
                      <a:pt x="758" y="1095"/>
                      <a:pt x="1" y="2880"/>
                      <a:pt x="952" y="2880"/>
                    </a:cubicBezTo>
                    <a:cubicBezTo>
                      <a:pt x="1122" y="2880"/>
                      <a:pt x="1347" y="2823"/>
                      <a:pt x="1637" y="2691"/>
                    </a:cubicBezTo>
                    <a:cubicBezTo>
                      <a:pt x="3098" y="2029"/>
                      <a:pt x="3555" y="843"/>
                      <a:pt x="3555" y="843"/>
                    </a:cubicBezTo>
                    <a:cubicBezTo>
                      <a:pt x="4057" y="1641"/>
                      <a:pt x="4879" y="1893"/>
                      <a:pt x="4879" y="1893"/>
                    </a:cubicBezTo>
                    <a:cubicBezTo>
                      <a:pt x="4655" y="440"/>
                      <a:pt x="3750" y="1"/>
                      <a:pt x="288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4"/>
              <p:cNvSpPr/>
              <p:nvPr/>
            </p:nvSpPr>
            <p:spPr>
              <a:xfrm>
                <a:off x="6218414" y="1820406"/>
                <a:ext cx="105993" cy="101736"/>
              </a:xfrm>
              <a:custGeom>
                <a:rect b="b" l="l" r="r" t="t"/>
                <a:pathLst>
                  <a:path extrusionOk="0" h="1601" w="1668">
                    <a:moveTo>
                      <a:pt x="841" y="1"/>
                    </a:moveTo>
                    <a:cubicBezTo>
                      <a:pt x="827" y="1"/>
                      <a:pt x="814" y="1"/>
                      <a:pt x="800" y="2"/>
                    </a:cubicBezTo>
                    <a:cubicBezTo>
                      <a:pt x="343" y="25"/>
                      <a:pt x="1" y="413"/>
                      <a:pt x="24" y="846"/>
                    </a:cubicBezTo>
                    <a:cubicBezTo>
                      <a:pt x="46" y="1266"/>
                      <a:pt x="410" y="1601"/>
                      <a:pt x="827" y="1601"/>
                    </a:cubicBezTo>
                    <a:cubicBezTo>
                      <a:pt x="841" y="1601"/>
                      <a:pt x="855" y="1600"/>
                      <a:pt x="868" y="1599"/>
                    </a:cubicBezTo>
                    <a:cubicBezTo>
                      <a:pt x="1325" y="1577"/>
                      <a:pt x="1667" y="1211"/>
                      <a:pt x="1644" y="755"/>
                    </a:cubicBezTo>
                    <a:cubicBezTo>
                      <a:pt x="1622" y="335"/>
                      <a:pt x="1258" y="1"/>
                      <a:pt x="8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4"/>
              <p:cNvSpPr/>
              <p:nvPr/>
            </p:nvSpPr>
            <p:spPr>
              <a:xfrm>
                <a:off x="6257621" y="1841884"/>
                <a:ext cx="47913" cy="40669"/>
              </a:xfrm>
              <a:custGeom>
                <a:rect b="b" l="l" r="r" t="t"/>
                <a:pathLst>
                  <a:path extrusionOk="0" h="640" w="754">
                    <a:moveTo>
                      <a:pt x="201" y="0"/>
                    </a:moveTo>
                    <a:cubicBezTo>
                      <a:pt x="172" y="0"/>
                      <a:pt x="144" y="2"/>
                      <a:pt x="114" y="6"/>
                    </a:cubicBezTo>
                    <a:cubicBezTo>
                      <a:pt x="0" y="29"/>
                      <a:pt x="0" y="189"/>
                      <a:pt x="114" y="189"/>
                    </a:cubicBezTo>
                    <a:cubicBezTo>
                      <a:pt x="146" y="183"/>
                      <a:pt x="177" y="180"/>
                      <a:pt x="208" y="180"/>
                    </a:cubicBezTo>
                    <a:cubicBezTo>
                      <a:pt x="414" y="180"/>
                      <a:pt x="571" y="315"/>
                      <a:pt x="571" y="554"/>
                    </a:cubicBezTo>
                    <a:cubicBezTo>
                      <a:pt x="571" y="611"/>
                      <a:pt x="617" y="639"/>
                      <a:pt x="662" y="639"/>
                    </a:cubicBezTo>
                    <a:cubicBezTo>
                      <a:pt x="708" y="639"/>
                      <a:pt x="754" y="611"/>
                      <a:pt x="754" y="554"/>
                    </a:cubicBezTo>
                    <a:cubicBezTo>
                      <a:pt x="754" y="220"/>
                      <a:pt x="505" y="0"/>
                      <a:pt x="20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34"/>
              <p:cNvSpPr/>
              <p:nvPr/>
            </p:nvSpPr>
            <p:spPr>
              <a:xfrm>
                <a:off x="6476659" y="1787998"/>
                <a:ext cx="37301" cy="12391"/>
              </a:xfrm>
              <a:custGeom>
                <a:rect b="b" l="l" r="r" t="t"/>
                <a:pathLst>
                  <a:path extrusionOk="0" h="195" w="587">
                    <a:moveTo>
                      <a:pt x="201" y="1"/>
                    </a:moveTo>
                    <a:cubicBezTo>
                      <a:pt x="165" y="1"/>
                      <a:pt x="128" y="3"/>
                      <a:pt x="91" y="10"/>
                    </a:cubicBezTo>
                    <a:cubicBezTo>
                      <a:pt x="6" y="10"/>
                      <a:pt x="0" y="149"/>
                      <a:pt x="74" y="149"/>
                    </a:cubicBezTo>
                    <a:cubicBezTo>
                      <a:pt x="79" y="149"/>
                      <a:pt x="85" y="148"/>
                      <a:pt x="91" y="146"/>
                    </a:cubicBezTo>
                    <a:cubicBezTo>
                      <a:pt x="228" y="146"/>
                      <a:pt x="342" y="146"/>
                      <a:pt x="456" y="192"/>
                    </a:cubicBezTo>
                    <a:cubicBezTo>
                      <a:pt x="463" y="194"/>
                      <a:pt x="470" y="195"/>
                      <a:pt x="476" y="195"/>
                    </a:cubicBezTo>
                    <a:cubicBezTo>
                      <a:pt x="554" y="195"/>
                      <a:pt x="586" y="76"/>
                      <a:pt x="502" y="55"/>
                    </a:cubicBezTo>
                    <a:cubicBezTo>
                      <a:pt x="402" y="22"/>
                      <a:pt x="302" y="1"/>
                      <a:pt x="2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34"/>
              <p:cNvSpPr/>
              <p:nvPr/>
            </p:nvSpPr>
            <p:spPr>
              <a:xfrm>
                <a:off x="6381723" y="1789841"/>
                <a:ext cx="37936" cy="23194"/>
              </a:xfrm>
              <a:custGeom>
                <a:rect b="b" l="l" r="r" t="t"/>
                <a:pathLst>
                  <a:path extrusionOk="0" h="365" w="597">
                    <a:moveTo>
                      <a:pt x="509" y="1"/>
                    </a:moveTo>
                    <a:cubicBezTo>
                      <a:pt x="503" y="1"/>
                      <a:pt x="497" y="2"/>
                      <a:pt x="490" y="3"/>
                    </a:cubicBezTo>
                    <a:cubicBezTo>
                      <a:pt x="330" y="49"/>
                      <a:pt x="193" y="140"/>
                      <a:pt x="56" y="232"/>
                    </a:cubicBezTo>
                    <a:cubicBezTo>
                      <a:pt x="1" y="268"/>
                      <a:pt x="34" y="365"/>
                      <a:pt x="86" y="365"/>
                    </a:cubicBezTo>
                    <a:cubicBezTo>
                      <a:pt x="98" y="365"/>
                      <a:pt x="111" y="359"/>
                      <a:pt x="124" y="346"/>
                    </a:cubicBezTo>
                    <a:cubicBezTo>
                      <a:pt x="261" y="254"/>
                      <a:pt x="375" y="186"/>
                      <a:pt x="512" y="140"/>
                    </a:cubicBezTo>
                    <a:cubicBezTo>
                      <a:pt x="597" y="119"/>
                      <a:pt x="584" y="1"/>
                      <a:pt x="50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34"/>
              <p:cNvSpPr/>
              <p:nvPr/>
            </p:nvSpPr>
            <p:spPr>
              <a:xfrm>
                <a:off x="6448445" y="1807125"/>
                <a:ext cx="31137" cy="48421"/>
              </a:xfrm>
              <a:custGeom>
                <a:rect b="b" l="l" r="r" t="t"/>
                <a:pathLst>
                  <a:path extrusionOk="0" h="762" w="490">
                    <a:moveTo>
                      <a:pt x="107" y="0"/>
                    </a:moveTo>
                    <a:cubicBezTo>
                      <a:pt x="61" y="0"/>
                      <a:pt x="0" y="54"/>
                      <a:pt x="33" y="119"/>
                    </a:cubicBezTo>
                    <a:cubicBezTo>
                      <a:pt x="113" y="279"/>
                      <a:pt x="193" y="439"/>
                      <a:pt x="304" y="584"/>
                    </a:cubicBezTo>
                    <a:lnTo>
                      <a:pt x="304" y="584"/>
                    </a:lnTo>
                    <a:cubicBezTo>
                      <a:pt x="236" y="609"/>
                      <a:pt x="169" y="622"/>
                      <a:pt x="102" y="622"/>
                    </a:cubicBezTo>
                    <a:cubicBezTo>
                      <a:pt x="17" y="643"/>
                      <a:pt x="50" y="761"/>
                      <a:pt x="127" y="761"/>
                    </a:cubicBezTo>
                    <a:cubicBezTo>
                      <a:pt x="133" y="761"/>
                      <a:pt x="140" y="760"/>
                      <a:pt x="147" y="758"/>
                    </a:cubicBezTo>
                    <a:cubicBezTo>
                      <a:pt x="238" y="758"/>
                      <a:pt x="353" y="713"/>
                      <a:pt x="444" y="667"/>
                    </a:cubicBezTo>
                    <a:cubicBezTo>
                      <a:pt x="467" y="644"/>
                      <a:pt x="490" y="599"/>
                      <a:pt x="467" y="576"/>
                    </a:cubicBezTo>
                    <a:cubicBezTo>
                      <a:pt x="353" y="393"/>
                      <a:pt x="238" y="234"/>
                      <a:pt x="147" y="28"/>
                    </a:cubicBezTo>
                    <a:cubicBezTo>
                      <a:pt x="141" y="9"/>
                      <a:pt x="125" y="0"/>
                      <a:pt x="10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34"/>
              <p:cNvSpPr/>
              <p:nvPr/>
            </p:nvSpPr>
            <p:spPr>
              <a:xfrm>
                <a:off x="6129528" y="1524148"/>
                <a:ext cx="188602" cy="188665"/>
              </a:xfrm>
              <a:custGeom>
                <a:rect b="b" l="l" r="r" t="t"/>
                <a:pathLst>
                  <a:path extrusionOk="0" h="2969" w="2968">
                    <a:moveTo>
                      <a:pt x="1484" y="1"/>
                    </a:moveTo>
                    <a:cubicBezTo>
                      <a:pt x="662" y="1"/>
                      <a:pt x="0" y="663"/>
                      <a:pt x="0" y="1484"/>
                    </a:cubicBezTo>
                    <a:cubicBezTo>
                      <a:pt x="0" y="2306"/>
                      <a:pt x="662" y="2968"/>
                      <a:pt x="1484" y="2968"/>
                    </a:cubicBezTo>
                    <a:cubicBezTo>
                      <a:pt x="2305" y="2968"/>
                      <a:pt x="2967" y="2306"/>
                      <a:pt x="2967" y="1484"/>
                    </a:cubicBezTo>
                    <a:cubicBezTo>
                      <a:pt x="2967" y="663"/>
                      <a:pt x="2305" y="1"/>
                      <a:pt x="148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7" name="Google Shape;627;p34"/>
          <p:cNvSpPr/>
          <p:nvPr/>
        </p:nvSpPr>
        <p:spPr>
          <a:xfrm flipH="1">
            <a:off x="3438016" y="990210"/>
            <a:ext cx="309461" cy="307803"/>
          </a:xfrm>
          <a:custGeom>
            <a:rect b="b" l="l" r="r" t="t"/>
            <a:pathLst>
              <a:path extrusionOk="0" fill="none" h="4270" w="4293">
                <a:moveTo>
                  <a:pt x="1370" y="2306"/>
                </a:moveTo>
                <a:cubicBezTo>
                  <a:pt x="1462" y="2717"/>
                  <a:pt x="1873" y="2991"/>
                  <a:pt x="2283" y="2900"/>
                </a:cubicBezTo>
                <a:cubicBezTo>
                  <a:pt x="2694" y="2786"/>
                  <a:pt x="2968" y="2398"/>
                  <a:pt x="2854" y="1987"/>
                </a:cubicBezTo>
                <a:cubicBezTo>
                  <a:pt x="2763" y="1576"/>
                  <a:pt x="2375" y="1302"/>
                  <a:pt x="1941" y="1393"/>
                </a:cubicBezTo>
                <a:cubicBezTo>
                  <a:pt x="1530" y="1485"/>
                  <a:pt x="1279" y="1895"/>
                  <a:pt x="1370" y="2306"/>
                </a:cubicBezTo>
                <a:close/>
                <a:moveTo>
                  <a:pt x="1348" y="572"/>
                </a:moveTo>
                <a:lnTo>
                  <a:pt x="1348" y="161"/>
                </a:lnTo>
                <a:lnTo>
                  <a:pt x="2032" y="1"/>
                </a:lnTo>
                <a:lnTo>
                  <a:pt x="2215" y="389"/>
                </a:lnTo>
                <a:cubicBezTo>
                  <a:pt x="2375" y="389"/>
                  <a:pt x="2535" y="412"/>
                  <a:pt x="2671" y="457"/>
                </a:cubicBezTo>
                <a:lnTo>
                  <a:pt x="2991" y="161"/>
                </a:lnTo>
                <a:lnTo>
                  <a:pt x="3585" y="549"/>
                </a:lnTo>
                <a:lnTo>
                  <a:pt x="3448" y="937"/>
                </a:lnTo>
                <a:cubicBezTo>
                  <a:pt x="3539" y="1051"/>
                  <a:pt x="3630" y="1188"/>
                  <a:pt x="3699" y="1325"/>
                </a:cubicBezTo>
                <a:lnTo>
                  <a:pt x="4132" y="1325"/>
                </a:lnTo>
                <a:lnTo>
                  <a:pt x="4292" y="2010"/>
                </a:lnTo>
                <a:lnTo>
                  <a:pt x="3904" y="2215"/>
                </a:lnTo>
                <a:cubicBezTo>
                  <a:pt x="3904" y="2352"/>
                  <a:pt x="3881" y="2512"/>
                  <a:pt x="3836" y="2671"/>
                </a:cubicBezTo>
                <a:lnTo>
                  <a:pt x="4132" y="2968"/>
                </a:lnTo>
                <a:lnTo>
                  <a:pt x="3744" y="3562"/>
                </a:lnTo>
                <a:lnTo>
                  <a:pt x="3333" y="3425"/>
                </a:lnTo>
                <a:cubicBezTo>
                  <a:pt x="3219" y="3539"/>
                  <a:pt x="3105" y="3630"/>
                  <a:pt x="2968" y="3699"/>
                </a:cubicBezTo>
                <a:lnTo>
                  <a:pt x="2968" y="4132"/>
                </a:lnTo>
                <a:lnTo>
                  <a:pt x="2261" y="4269"/>
                </a:lnTo>
                <a:lnTo>
                  <a:pt x="2078" y="3881"/>
                </a:lnTo>
                <a:cubicBezTo>
                  <a:pt x="1918" y="3881"/>
                  <a:pt x="1781" y="3858"/>
                  <a:pt x="1622" y="3813"/>
                </a:cubicBezTo>
                <a:lnTo>
                  <a:pt x="1325" y="4109"/>
                </a:lnTo>
                <a:lnTo>
                  <a:pt x="709" y="3744"/>
                </a:lnTo>
                <a:lnTo>
                  <a:pt x="868" y="3333"/>
                </a:lnTo>
                <a:cubicBezTo>
                  <a:pt x="754" y="3219"/>
                  <a:pt x="663" y="3082"/>
                  <a:pt x="594" y="2945"/>
                </a:cubicBezTo>
                <a:lnTo>
                  <a:pt x="161" y="2945"/>
                </a:lnTo>
                <a:lnTo>
                  <a:pt x="1" y="2261"/>
                </a:lnTo>
                <a:lnTo>
                  <a:pt x="389" y="2078"/>
                </a:lnTo>
                <a:cubicBezTo>
                  <a:pt x="412" y="1918"/>
                  <a:pt x="435" y="1758"/>
                  <a:pt x="480" y="1599"/>
                </a:cubicBezTo>
                <a:lnTo>
                  <a:pt x="184" y="1302"/>
                </a:lnTo>
                <a:lnTo>
                  <a:pt x="549" y="708"/>
                </a:lnTo>
                <a:lnTo>
                  <a:pt x="960" y="845"/>
                </a:lnTo>
                <a:cubicBezTo>
                  <a:pt x="1074" y="754"/>
                  <a:pt x="1211" y="663"/>
                  <a:pt x="1348" y="572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4"/>
          <p:cNvSpPr/>
          <p:nvPr/>
        </p:nvSpPr>
        <p:spPr>
          <a:xfrm>
            <a:off x="2817723" y="534990"/>
            <a:ext cx="590737" cy="590737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4"/>
          <p:cNvSpPr/>
          <p:nvPr/>
        </p:nvSpPr>
        <p:spPr>
          <a:xfrm>
            <a:off x="4014299" y="3783725"/>
            <a:ext cx="830317" cy="819725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0" name="Google Shape;630;p34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848" y="1684148"/>
            <a:ext cx="830325" cy="8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5"/>
          <p:cNvSpPr/>
          <p:nvPr/>
        </p:nvSpPr>
        <p:spPr>
          <a:xfrm>
            <a:off x="0" y="3097325"/>
            <a:ext cx="1941300" cy="169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5"/>
          <p:cNvSpPr/>
          <p:nvPr/>
        </p:nvSpPr>
        <p:spPr>
          <a:xfrm>
            <a:off x="2285638" y="1681424"/>
            <a:ext cx="1333200" cy="1317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7" name="Google Shape;637;p35"/>
          <p:cNvPicPr preferRelativeResize="0"/>
          <p:nvPr/>
        </p:nvPicPr>
        <p:blipFill rotWithShape="1">
          <a:blip r:embed="rId3">
            <a:alphaModFix/>
          </a:blip>
          <a:srcRect b="3445" l="21338" r="7033" t="3445"/>
          <a:stretch/>
        </p:blipFill>
        <p:spPr>
          <a:xfrm>
            <a:off x="565475" y="1681425"/>
            <a:ext cx="1333200" cy="1317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8" name="Google Shape;638;p35"/>
          <p:cNvSpPr txBox="1"/>
          <p:nvPr/>
        </p:nvSpPr>
        <p:spPr>
          <a:xfrm>
            <a:off x="354125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Kinga</a:t>
            </a:r>
            <a:endParaRPr/>
          </a:p>
        </p:txBody>
      </p:sp>
      <p:sp>
        <p:nvSpPr>
          <p:cNvPr id="639" name="Google Shape;639;p35"/>
          <p:cNvSpPr txBox="1"/>
          <p:nvPr/>
        </p:nvSpPr>
        <p:spPr>
          <a:xfrm>
            <a:off x="23525" y="3750525"/>
            <a:ext cx="241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Project Manager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Software Engineer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40" name="Google Shape;640;p35"/>
          <p:cNvSpPr/>
          <p:nvPr/>
        </p:nvSpPr>
        <p:spPr>
          <a:xfrm>
            <a:off x="4005788" y="1681424"/>
            <a:ext cx="1333200" cy="1317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5"/>
          <p:cNvSpPr/>
          <p:nvPr/>
        </p:nvSpPr>
        <p:spPr>
          <a:xfrm>
            <a:off x="5776138" y="1681424"/>
            <a:ext cx="1333200" cy="1317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5"/>
          <p:cNvSpPr/>
          <p:nvPr/>
        </p:nvSpPr>
        <p:spPr>
          <a:xfrm>
            <a:off x="7546500" y="1681424"/>
            <a:ext cx="1333200" cy="1317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5"/>
          <p:cNvSpPr txBox="1"/>
          <p:nvPr/>
        </p:nvSpPr>
        <p:spPr>
          <a:xfrm>
            <a:off x="2074300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Dominik</a:t>
            </a:r>
            <a:endParaRPr/>
          </a:p>
        </p:txBody>
      </p:sp>
      <p:sp>
        <p:nvSpPr>
          <p:cNvPr id="644" name="Google Shape;644;p35"/>
          <p:cNvSpPr txBox="1"/>
          <p:nvPr/>
        </p:nvSpPr>
        <p:spPr>
          <a:xfrm>
            <a:off x="1743700" y="3750525"/>
            <a:ext cx="24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Software Tester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45" name="Google Shape;645;p35"/>
          <p:cNvSpPr txBox="1"/>
          <p:nvPr/>
        </p:nvSpPr>
        <p:spPr>
          <a:xfrm>
            <a:off x="3849200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Martyna</a:t>
            </a:r>
            <a:endParaRPr/>
          </a:p>
        </p:txBody>
      </p:sp>
      <p:sp>
        <p:nvSpPr>
          <p:cNvPr id="646" name="Google Shape;646;p35"/>
          <p:cNvSpPr txBox="1"/>
          <p:nvPr/>
        </p:nvSpPr>
        <p:spPr>
          <a:xfrm>
            <a:off x="3518600" y="3750525"/>
            <a:ext cx="24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Software Engineer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47" name="Google Shape;647;p35"/>
          <p:cNvSpPr txBox="1"/>
          <p:nvPr/>
        </p:nvSpPr>
        <p:spPr>
          <a:xfrm>
            <a:off x="5523125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Wojciech</a:t>
            </a:r>
            <a:endParaRPr/>
          </a:p>
        </p:txBody>
      </p:sp>
      <p:sp>
        <p:nvSpPr>
          <p:cNvPr id="648" name="Google Shape;648;p35"/>
          <p:cNvSpPr txBox="1"/>
          <p:nvPr/>
        </p:nvSpPr>
        <p:spPr>
          <a:xfrm>
            <a:off x="5192525" y="3750525"/>
            <a:ext cx="241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Database </a:t>
            </a: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Engineer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Documentation Lead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49" name="Google Shape;649;p35"/>
          <p:cNvSpPr txBox="1"/>
          <p:nvPr/>
        </p:nvSpPr>
        <p:spPr>
          <a:xfrm>
            <a:off x="7298025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Piotr</a:t>
            </a:r>
            <a:endParaRPr/>
          </a:p>
        </p:txBody>
      </p:sp>
      <p:sp>
        <p:nvSpPr>
          <p:cNvPr id="650" name="Google Shape;650;p35"/>
          <p:cNvSpPr txBox="1"/>
          <p:nvPr/>
        </p:nvSpPr>
        <p:spPr>
          <a:xfrm>
            <a:off x="6967425" y="3750525"/>
            <a:ext cx="24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Software Engineer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51" name="Google Shape;651;p35"/>
          <p:cNvSpPr txBox="1"/>
          <p:nvPr>
            <p:ph type="title"/>
          </p:nvPr>
        </p:nvSpPr>
        <p:spPr>
          <a:xfrm>
            <a:off x="1801500" y="445025"/>
            <a:ext cx="55410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Nasz team</a:t>
            </a:r>
            <a:endParaRPr sz="4200"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52" name="Google Shape;652;p35" title="Frame 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35"/>
          <p:cNvPicPr preferRelativeResize="0"/>
          <p:nvPr/>
        </p:nvPicPr>
        <p:blipFill rotWithShape="1">
          <a:blip r:embed="rId5">
            <a:alphaModFix/>
          </a:blip>
          <a:srcRect b="23270" l="0" r="3586" t="2880"/>
          <a:stretch/>
        </p:blipFill>
        <p:spPr>
          <a:xfrm>
            <a:off x="2259838" y="1633125"/>
            <a:ext cx="1384800" cy="1414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4" name="Google Shape;65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5100" y="1647975"/>
            <a:ext cx="1384800" cy="1384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5" name="Google Shape;655;p35"/>
          <p:cNvPicPr preferRelativeResize="0"/>
          <p:nvPr/>
        </p:nvPicPr>
        <p:blipFill rotWithShape="1">
          <a:blip r:embed="rId7">
            <a:alphaModFix/>
          </a:blip>
          <a:srcRect b="11685" l="1903" r="0" t="15139"/>
          <a:stretch/>
        </p:blipFill>
        <p:spPr>
          <a:xfrm>
            <a:off x="5756900" y="1633125"/>
            <a:ext cx="1422600" cy="1414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6" name="Google Shape;656;p35"/>
          <p:cNvPicPr preferRelativeResize="0"/>
          <p:nvPr/>
        </p:nvPicPr>
        <p:blipFill rotWithShape="1">
          <a:blip r:embed="rId8">
            <a:alphaModFix/>
          </a:blip>
          <a:srcRect b="0" l="0" r="21303" t="0"/>
          <a:stretch/>
        </p:blipFill>
        <p:spPr>
          <a:xfrm>
            <a:off x="7495600" y="1663275"/>
            <a:ext cx="1422600" cy="1354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7" name="Google Shape;657;p35"/>
          <p:cNvPicPr preferRelativeResize="0"/>
          <p:nvPr/>
        </p:nvPicPr>
        <p:blipFill rotWithShape="1">
          <a:blip r:embed="rId9">
            <a:alphaModFix/>
          </a:blip>
          <a:srcRect b="14198" l="3262" r="3262" t="14198"/>
          <a:stretch/>
        </p:blipFill>
        <p:spPr>
          <a:xfrm>
            <a:off x="7546500" y="1633125"/>
            <a:ext cx="1384800" cy="1414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6"/>
          <p:cNvSpPr/>
          <p:nvPr/>
        </p:nvSpPr>
        <p:spPr>
          <a:xfrm>
            <a:off x="0" y="3097325"/>
            <a:ext cx="1941300" cy="169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6"/>
          <p:cNvSpPr/>
          <p:nvPr/>
        </p:nvSpPr>
        <p:spPr>
          <a:xfrm>
            <a:off x="2285638" y="1681424"/>
            <a:ext cx="1333200" cy="1317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4" name="Google Shape;664;p36"/>
          <p:cNvPicPr preferRelativeResize="0"/>
          <p:nvPr/>
        </p:nvPicPr>
        <p:blipFill rotWithShape="1">
          <a:blip r:embed="rId3">
            <a:alphaModFix/>
          </a:blip>
          <a:srcRect b="3445" l="21338" r="7033" t="3445"/>
          <a:stretch/>
        </p:blipFill>
        <p:spPr>
          <a:xfrm>
            <a:off x="565475" y="1681425"/>
            <a:ext cx="1333200" cy="1317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5" name="Google Shape;665;p36"/>
          <p:cNvSpPr txBox="1"/>
          <p:nvPr/>
        </p:nvSpPr>
        <p:spPr>
          <a:xfrm>
            <a:off x="354125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Kinga</a:t>
            </a:r>
            <a:endParaRPr/>
          </a:p>
        </p:txBody>
      </p:sp>
      <p:sp>
        <p:nvSpPr>
          <p:cNvPr id="666" name="Google Shape;666;p36"/>
          <p:cNvSpPr txBox="1"/>
          <p:nvPr/>
        </p:nvSpPr>
        <p:spPr>
          <a:xfrm>
            <a:off x="23525" y="3750525"/>
            <a:ext cx="241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Project Manager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Software Engineer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67" name="Google Shape;667;p36"/>
          <p:cNvSpPr/>
          <p:nvPr/>
        </p:nvSpPr>
        <p:spPr>
          <a:xfrm>
            <a:off x="4005788" y="1681424"/>
            <a:ext cx="1333200" cy="1317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6"/>
          <p:cNvSpPr/>
          <p:nvPr/>
        </p:nvSpPr>
        <p:spPr>
          <a:xfrm>
            <a:off x="5776138" y="1681424"/>
            <a:ext cx="1333200" cy="1317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6"/>
          <p:cNvSpPr/>
          <p:nvPr/>
        </p:nvSpPr>
        <p:spPr>
          <a:xfrm>
            <a:off x="7546500" y="1681424"/>
            <a:ext cx="1333200" cy="1317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6"/>
          <p:cNvSpPr txBox="1"/>
          <p:nvPr/>
        </p:nvSpPr>
        <p:spPr>
          <a:xfrm>
            <a:off x="2074300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Dominik</a:t>
            </a:r>
            <a:endParaRPr/>
          </a:p>
        </p:txBody>
      </p:sp>
      <p:sp>
        <p:nvSpPr>
          <p:cNvPr id="671" name="Google Shape;671;p36"/>
          <p:cNvSpPr txBox="1"/>
          <p:nvPr/>
        </p:nvSpPr>
        <p:spPr>
          <a:xfrm>
            <a:off x="1743700" y="3750525"/>
            <a:ext cx="24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Software Tester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72" name="Google Shape;672;p36"/>
          <p:cNvSpPr txBox="1"/>
          <p:nvPr/>
        </p:nvSpPr>
        <p:spPr>
          <a:xfrm>
            <a:off x="3849200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Martyna</a:t>
            </a:r>
            <a:endParaRPr/>
          </a:p>
        </p:txBody>
      </p:sp>
      <p:sp>
        <p:nvSpPr>
          <p:cNvPr id="673" name="Google Shape;673;p36"/>
          <p:cNvSpPr txBox="1"/>
          <p:nvPr/>
        </p:nvSpPr>
        <p:spPr>
          <a:xfrm>
            <a:off x="3518600" y="3750525"/>
            <a:ext cx="24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Software Engineer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74" name="Google Shape;674;p36"/>
          <p:cNvSpPr txBox="1"/>
          <p:nvPr/>
        </p:nvSpPr>
        <p:spPr>
          <a:xfrm>
            <a:off x="5523125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Wojciech</a:t>
            </a:r>
            <a:endParaRPr/>
          </a:p>
        </p:txBody>
      </p:sp>
      <p:sp>
        <p:nvSpPr>
          <p:cNvPr id="675" name="Google Shape;675;p36"/>
          <p:cNvSpPr txBox="1"/>
          <p:nvPr/>
        </p:nvSpPr>
        <p:spPr>
          <a:xfrm>
            <a:off x="5192525" y="3750525"/>
            <a:ext cx="241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Database Engineer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Documentation Lead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76" name="Google Shape;676;p36"/>
          <p:cNvSpPr txBox="1"/>
          <p:nvPr/>
        </p:nvSpPr>
        <p:spPr>
          <a:xfrm>
            <a:off x="7298025" y="3271125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Piotr</a:t>
            </a:r>
            <a:endParaRPr/>
          </a:p>
        </p:txBody>
      </p:sp>
      <p:sp>
        <p:nvSpPr>
          <p:cNvPr id="677" name="Google Shape;677;p36"/>
          <p:cNvSpPr txBox="1"/>
          <p:nvPr/>
        </p:nvSpPr>
        <p:spPr>
          <a:xfrm>
            <a:off x="6967425" y="3750525"/>
            <a:ext cx="24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424"/>
                </a:solidFill>
                <a:latin typeface="Kanit"/>
                <a:ea typeface="Kanit"/>
                <a:cs typeface="Kanit"/>
                <a:sym typeface="Kanit"/>
              </a:rPr>
              <a:t>Software Engineer</a:t>
            </a:r>
            <a:endParaRPr sz="1200">
              <a:solidFill>
                <a:srgbClr val="24242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78" name="Google Shape;678;p36"/>
          <p:cNvSpPr txBox="1"/>
          <p:nvPr>
            <p:ph type="title"/>
          </p:nvPr>
        </p:nvSpPr>
        <p:spPr>
          <a:xfrm>
            <a:off x="1801500" y="445025"/>
            <a:ext cx="55410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Nasz team</a:t>
            </a:r>
            <a:endParaRPr sz="4200"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79" name="Google Shape;679;p36" title="Frame 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36"/>
          <p:cNvPicPr preferRelativeResize="0"/>
          <p:nvPr/>
        </p:nvPicPr>
        <p:blipFill rotWithShape="1">
          <a:blip r:embed="rId5">
            <a:alphaModFix/>
          </a:blip>
          <a:srcRect b="32428" l="0" r="2629" t="12848"/>
          <a:stretch/>
        </p:blipFill>
        <p:spPr>
          <a:xfrm>
            <a:off x="2285638" y="1674375"/>
            <a:ext cx="1333200" cy="1332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1" name="Google Shape;681;p36"/>
          <p:cNvPicPr preferRelativeResize="0"/>
          <p:nvPr/>
        </p:nvPicPr>
        <p:blipFill rotWithShape="1">
          <a:blip r:embed="rId6">
            <a:alphaModFix/>
          </a:blip>
          <a:srcRect b="0" l="22527" r="22527" t="0"/>
          <a:stretch/>
        </p:blipFill>
        <p:spPr>
          <a:xfrm>
            <a:off x="4006450" y="1632975"/>
            <a:ext cx="1382100" cy="1414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2" name="Google Shape;682;p36" title="cachedImage.PNG"/>
          <p:cNvPicPr preferRelativeResize="0"/>
          <p:nvPr/>
        </p:nvPicPr>
        <p:blipFill rotWithShape="1">
          <a:blip r:embed="rId7">
            <a:alphaModFix/>
          </a:blip>
          <a:srcRect b="18430" l="22211" r="33330" t="3475"/>
          <a:stretch/>
        </p:blipFill>
        <p:spPr>
          <a:xfrm>
            <a:off x="467100" y="1632975"/>
            <a:ext cx="1431600" cy="1414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3" name="Google Shape;683;p36"/>
          <p:cNvPicPr preferRelativeResize="0"/>
          <p:nvPr/>
        </p:nvPicPr>
        <p:blipFill rotWithShape="1">
          <a:blip r:embed="rId8">
            <a:alphaModFix/>
          </a:blip>
          <a:srcRect b="11685" l="1903" r="0" t="15139"/>
          <a:stretch/>
        </p:blipFill>
        <p:spPr>
          <a:xfrm>
            <a:off x="5756900" y="1633125"/>
            <a:ext cx="1422600" cy="1414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4" name="Google Shape;684;p36"/>
          <p:cNvPicPr preferRelativeResize="0"/>
          <p:nvPr/>
        </p:nvPicPr>
        <p:blipFill rotWithShape="1">
          <a:blip r:embed="rId9">
            <a:alphaModFix/>
          </a:blip>
          <a:srcRect b="0" l="0" r="21303" t="0"/>
          <a:stretch/>
        </p:blipFill>
        <p:spPr>
          <a:xfrm>
            <a:off x="7495600" y="1663275"/>
            <a:ext cx="1422600" cy="1354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5" name="Google Shape;685;p36"/>
          <p:cNvPicPr preferRelativeResize="0"/>
          <p:nvPr/>
        </p:nvPicPr>
        <p:blipFill rotWithShape="1">
          <a:blip r:embed="rId10">
            <a:alphaModFix/>
          </a:blip>
          <a:srcRect b="14198" l="3262" r="3262" t="14198"/>
          <a:stretch/>
        </p:blipFill>
        <p:spPr>
          <a:xfrm>
            <a:off x="7546500" y="1633125"/>
            <a:ext cx="1384800" cy="1414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7"/>
          <p:cNvSpPr txBox="1"/>
          <p:nvPr>
            <p:ph type="title"/>
          </p:nvPr>
        </p:nvSpPr>
        <p:spPr>
          <a:xfrm>
            <a:off x="1801500" y="445025"/>
            <a:ext cx="55410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Problem statement</a:t>
            </a:r>
            <a:endParaRPr sz="4200"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691" name="Google Shape;691;p37"/>
          <p:cNvGrpSpPr/>
          <p:nvPr/>
        </p:nvGrpSpPr>
        <p:grpSpPr>
          <a:xfrm>
            <a:off x="1165074" y="2701266"/>
            <a:ext cx="938811" cy="1549139"/>
            <a:chOff x="6053075" y="1494858"/>
            <a:chExt cx="694747" cy="1081574"/>
          </a:xfrm>
        </p:grpSpPr>
        <p:sp>
          <p:nvSpPr>
            <p:cNvPr id="692" name="Google Shape;692;p37"/>
            <p:cNvSpPr/>
            <p:nvPr/>
          </p:nvSpPr>
          <p:spPr>
            <a:xfrm flipH="1">
              <a:off x="6330947" y="2422446"/>
              <a:ext cx="150284" cy="148475"/>
            </a:xfrm>
            <a:custGeom>
              <a:rect b="b" l="l" r="r" t="t"/>
              <a:pathLst>
                <a:path extrusionOk="0" h="1805" w="1827">
                  <a:moveTo>
                    <a:pt x="936" y="0"/>
                  </a:moveTo>
                  <a:cubicBezTo>
                    <a:pt x="434" y="0"/>
                    <a:pt x="23" y="388"/>
                    <a:pt x="23" y="890"/>
                  </a:cubicBezTo>
                  <a:cubicBezTo>
                    <a:pt x="0" y="1392"/>
                    <a:pt x="411" y="1803"/>
                    <a:pt x="913" y="1803"/>
                  </a:cubicBezTo>
                  <a:cubicBezTo>
                    <a:pt x="927" y="1804"/>
                    <a:pt x="940" y="1804"/>
                    <a:pt x="953" y="1804"/>
                  </a:cubicBezTo>
                  <a:cubicBezTo>
                    <a:pt x="1437" y="1804"/>
                    <a:pt x="1826" y="1402"/>
                    <a:pt x="1826" y="913"/>
                  </a:cubicBezTo>
                  <a:cubicBezTo>
                    <a:pt x="1826" y="411"/>
                    <a:pt x="1438" y="0"/>
                    <a:pt x="936" y="0"/>
                  </a:cubicBezTo>
                  <a:close/>
                </a:path>
              </a:pathLst>
            </a:custGeom>
            <a:solidFill>
              <a:srgbClr val="730D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7"/>
            <p:cNvSpPr/>
            <p:nvPr/>
          </p:nvSpPr>
          <p:spPr>
            <a:xfrm flipH="1">
              <a:off x="6327246" y="2418662"/>
              <a:ext cx="157770" cy="157770"/>
            </a:xfrm>
            <a:custGeom>
              <a:rect b="b" l="l" r="r" t="t"/>
              <a:pathLst>
                <a:path extrusionOk="0" h="1918" w="1918">
                  <a:moveTo>
                    <a:pt x="982" y="92"/>
                  </a:moveTo>
                  <a:cubicBezTo>
                    <a:pt x="1210" y="92"/>
                    <a:pt x="1416" y="183"/>
                    <a:pt x="1576" y="366"/>
                  </a:cubicBezTo>
                  <a:cubicBezTo>
                    <a:pt x="1735" y="525"/>
                    <a:pt x="1827" y="731"/>
                    <a:pt x="1827" y="959"/>
                  </a:cubicBezTo>
                  <a:cubicBezTo>
                    <a:pt x="1804" y="1416"/>
                    <a:pt x="1439" y="1804"/>
                    <a:pt x="959" y="1804"/>
                  </a:cubicBezTo>
                  <a:cubicBezTo>
                    <a:pt x="480" y="1804"/>
                    <a:pt x="115" y="1416"/>
                    <a:pt x="115" y="936"/>
                  </a:cubicBezTo>
                  <a:cubicBezTo>
                    <a:pt x="115" y="708"/>
                    <a:pt x="206" y="503"/>
                    <a:pt x="366" y="343"/>
                  </a:cubicBezTo>
                  <a:cubicBezTo>
                    <a:pt x="526" y="183"/>
                    <a:pt x="731" y="92"/>
                    <a:pt x="959" y="92"/>
                  </a:cubicBezTo>
                  <a:close/>
                  <a:moveTo>
                    <a:pt x="959" y="0"/>
                  </a:moveTo>
                  <a:cubicBezTo>
                    <a:pt x="708" y="0"/>
                    <a:pt x="480" y="92"/>
                    <a:pt x="297" y="274"/>
                  </a:cubicBezTo>
                  <a:cubicBezTo>
                    <a:pt x="115" y="457"/>
                    <a:pt x="1" y="685"/>
                    <a:pt x="1" y="936"/>
                  </a:cubicBezTo>
                  <a:cubicBezTo>
                    <a:pt x="1" y="1461"/>
                    <a:pt x="434" y="1895"/>
                    <a:pt x="959" y="1918"/>
                  </a:cubicBezTo>
                  <a:cubicBezTo>
                    <a:pt x="1484" y="1918"/>
                    <a:pt x="1918" y="1484"/>
                    <a:pt x="1918" y="959"/>
                  </a:cubicBezTo>
                  <a:cubicBezTo>
                    <a:pt x="1918" y="708"/>
                    <a:pt x="1827" y="457"/>
                    <a:pt x="1644" y="274"/>
                  </a:cubicBezTo>
                  <a:cubicBezTo>
                    <a:pt x="1461" y="92"/>
                    <a:pt x="1233" y="0"/>
                    <a:pt x="9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7"/>
            <p:cNvSpPr/>
            <p:nvPr/>
          </p:nvSpPr>
          <p:spPr>
            <a:xfrm flipH="1">
              <a:off x="6056859" y="1498642"/>
              <a:ext cx="685369" cy="891918"/>
            </a:xfrm>
            <a:custGeom>
              <a:rect b="b" l="l" r="r" t="t"/>
              <a:pathLst>
                <a:path extrusionOk="0" h="10843" w="8332">
                  <a:moveTo>
                    <a:pt x="4151" y="1"/>
                  </a:moveTo>
                  <a:cubicBezTo>
                    <a:pt x="4137" y="1"/>
                    <a:pt x="4123" y="1"/>
                    <a:pt x="4109" y="1"/>
                  </a:cubicBezTo>
                  <a:cubicBezTo>
                    <a:pt x="1895" y="47"/>
                    <a:pt x="92" y="1827"/>
                    <a:pt x="23" y="4041"/>
                  </a:cubicBezTo>
                  <a:cubicBezTo>
                    <a:pt x="0" y="5000"/>
                    <a:pt x="297" y="5867"/>
                    <a:pt x="799" y="6575"/>
                  </a:cubicBezTo>
                  <a:cubicBezTo>
                    <a:pt x="1621" y="7716"/>
                    <a:pt x="2100" y="9040"/>
                    <a:pt x="2146" y="10432"/>
                  </a:cubicBezTo>
                  <a:cubicBezTo>
                    <a:pt x="2169" y="10638"/>
                    <a:pt x="2351" y="10820"/>
                    <a:pt x="2557" y="10820"/>
                  </a:cubicBezTo>
                  <a:lnTo>
                    <a:pt x="5684" y="10843"/>
                  </a:lnTo>
                  <a:cubicBezTo>
                    <a:pt x="5889" y="10843"/>
                    <a:pt x="6049" y="10683"/>
                    <a:pt x="6049" y="10501"/>
                  </a:cubicBezTo>
                  <a:cubicBezTo>
                    <a:pt x="6140" y="9131"/>
                    <a:pt x="6643" y="7739"/>
                    <a:pt x="7487" y="6666"/>
                  </a:cubicBezTo>
                  <a:cubicBezTo>
                    <a:pt x="7989" y="5981"/>
                    <a:pt x="8309" y="5114"/>
                    <a:pt x="8309" y="4201"/>
                  </a:cubicBezTo>
                  <a:cubicBezTo>
                    <a:pt x="8332" y="1887"/>
                    <a:pt x="6460" y="1"/>
                    <a:pt x="4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7"/>
            <p:cNvSpPr/>
            <p:nvPr/>
          </p:nvSpPr>
          <p:spPr>
            <a:xfrm flipH="1">
              <a:off x="6053075" y="1494858"/>
              <a:ext cx="694747" cy="899486"/>
            </a:xfrm>
            <a:custGeom>
              <a:rect b="b" l="l" r="r" t="t"/>
              <a:pathLst>
                <a:path extrusionOk="0" h="10935" w="8446">
                  <a:moveTo>
                    <a:pt x="4246" y="115"/>
                  </a:moveTo>
                  <a:cubicBezTo>
                    <a:pt x="5318" y="115"/>
                    <a:pt x="6345" y="526"/>
                    <a:pt x="7122" y="1302"/>
                  </a:cubicBezTo>
                  <a:cubicBezTo>
                    <a:pt x="7920" y="2078"/>
                    <a:pt x="8354" y="3128"/>
                    <a:pt x="8331" y="4247"/>
                  </a:cubicBezTo>
                  <a:cubicBezTo>
                    <a:pt x="8331" y="5137"/>
                    <a:pt x="8035" y="5982"/>
                    <a:pt x="7510" y="6666"/>
                  </a:cubicBezTo>
                  <a:cubicBezTo>
                    <a:pt x="6665" y="7762"/>
                    <a:pt x="6163" y="9131"/>
                    <a:pt x="6072" y="10524"/>
                  </a:cubicBezTo>
                  <a:cubicBezTo>
                    <a:pt x="6072" y="10706"/>
                    <a:pt x="5912" y="10843"/>
                    <a:pt x="5752" y="10843"/>
                  </a:cubicBezTo>
                  <a:lnTo>
                    <a:pt x="2625" y="10821"/>
                  </a:lnTo>
                  <a:cubicBezTo>
                    <a:pt x="2442" y="10821"/>
                    <a:pt x="2283" y="10661"/>
                    <a:pt x="2283" y="10478"/>
                  </a:cubicBezTo>
                  <a:cubicBezTo>
                    <a:pt x="2214" y="9086"/>
                    <a:pt x="1735" y="7739"/>
                    <a:pt x="913" y="6598"/>
                  </a:cubicBezTo>
                  <a:cubicBezTo>
                    <a:pt x="388" y="5867"/>
                    <a:pt x="114" y="5000"/>
                    <a:pt x="137" y="4087"/>
                  </a:cubicBezTo>
                  <a:cubicBezTo>
                    <a:pt x="205" y="1919"/>
                    <a:pt x="2009" y="138"/>
                    <a:pt x="4177" y="115"/>
                  </a:cubicBezTo>
                  <a:close/>
                  <a:moveTo>
                    <a:pt x="4263" y="0"/>
                  </a:moveTo>
                  <a:cubicBezTo>
                    <a:pt x="4234" y="0"/>
                    <a:pt x="4206" y="1"/>
                    <a:pt x="4177" y="1"/>
                  </a:cubicBezTo>
                  <a:cubicBezTo>
                    <a:pt x="1963" y="24"/>
                    <a:pt x="91" y="1873"/>
                    <a:pt x="46" y="4087"/>
                  </a:cubicBezTo>
                  <a:cubicBezTo>
                    <a:pt x="0" y="5023"/>
                    <a:pt x="274" y="5913"/>
                    <a:pt x="822" y="6666"/>
                  </a:cubicBezTo>
                  <a:cubicBezTo>
                    <a:pt x="1643" y="7785"/>
                    <a:pt x="2100" y="9109"/>
                    <a:pt x="2168" y="10478"/>
                  </a:cubicBezTo>
                  <a:cubicBezTo>
                    <a:pt x="2191" y="10729"/>
                    <a:pt x="2374" y="10912"/>
                    <a:pt x="2625" y="10912"/>
                  </a:cubicBezTo>
                  <a:lnTo>
                    <a:pt x="5752" y="10935"/>
                  </a:lnTo>
                  <a:cubicBezTo>
                    <a:pt x="5980" y="10935"/>
                    <a:pt x="6163" y="10775"/>
                    <a:pt x="6186" y="10547"/>
                  </a:cubicBezTo>
                  <a:cubicBezTo>
                    <a:pt x="6277" y="9200"/>
                    <a:pt x="6779" y="7808"/>
                    <a:pt x="7578" y="6735"/>
                  </a:cubicBezTo>
                  <a:cubicBezTo>
                    <a:pt x="8126" y="6027"/>
                    <a:pt x="8423" y="5160"/>
                    <a:pt x="8445" y="4247"/>
                  </a:cubicBezTo>
                  <a:cubicBezTo>
                    <a:pt x="8445" y="3106"/>
                    <a:pt x="8012" y="2033"/>
                    <a:pt x="7190" y="1234"/>
                  </a:cubicBezTo>
                  <a:cubicBezTo>
                    <a:pt x="6411" y="433"/>
                    <a:pt x="5372" y="0"/>
                    <a:pt x="42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7"/>
            <p:cNvSpPr/>
            <p:nvPr/>
          </p:nvSpPr>
          <p:spPr>
            <a:xfrm flipH="1">
              <a:off x="6334732" y="1969797"/>
              <a:ext cx="135231" cy="469608"/>
            </a:xfrm>
            <a:custGeom>
              <a:rect b="b" l="l" r="r" t="t"/>
              <a:pathLst>
                <a:path extrusionOk="0" h="5709" w="1644">
                  <a:moveTo>
                    <a:pt x="801" y="1"/>
                  </a:moveTo>
                  <a:cubicBezTo>
                    <a:pt x="387" y="1"/>
                    <a:pt x="46" y="312"/>
                    <a:pt x="46" y="687"/>
                  </a:cubicBezTo>
                  <a:lnTo>
                    <a:pt x="0" y="5686"/>
                  </a:lnTo>
                  <a:lnTo>
                    <a:pt x="1598" y="5708"/>
                  </a:lnTo>
                  <a:lnTo>
                    <a:pt x="1644" y="687"/>
                  </a:lnTo>
                  <a:cubicBezTo>
                    <a:pt x="1644" y="322"/>
                    <a:pt x="1278" y="2"/>
                    <a:pt x="845" y="2"/>
                  </a:cubicBezTo>
                  <a:cubicBezTo>
                    <a:pt x="830" y="1"/>
                    <a:pt x="815" y="1"/>
                    <a:pt x="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7"/>
            <p:cNvSpPr/>
            <p:nvPr/>
          </p:nvSpPr>
          <p:spPr>
            <a:xfrm flipH="1">
              <a:off x="6330948" y="1964286"/>
              <a:ext cx="144691" cy="478903"/>
            </a:xfrm>
            <a:custGeom>
              <a:rect b="b" l="l" r="r" t="t"/>
              <a:pathLst>
                <a:path extrusionOk="0" h="5822" w="1759">
                  <a:moveTo>
                    <a:pt x="914" y="115"/>
                  </a:moveTo>
                  <a:cubicBezTo>
                    <a:pt x="1119" y="115"/>
                    <a:pt x="1302" y="183"/>
                    <a:pt x="1439" y="320"/>
                  </a:cubicBezTo>
                  <a:cubicBezTo>
                    <a:pt x="1576" y="434"/>
                    <a:pt x="1644" y="594"/>
                    <a:pt x="1644" y="754"/>
                  </a:cubicBezTo>
                  <a:lnTo>
                    <a:pt x="1598" y="5707"/>
                  </a:lnTo>
                  <a:lnTo>
                    <a:pt x="115" y="5707"/>
                  </a:lnTo>
                  <a:lnTo>
                    <a:pt x="160" y="754"/>
                  </a:lnTo>
                  <a:cubicBezTo>
                    <a:pt x="160" y="571"/>
                    <a:pt x="252" y="412"/>
                    <a:pt x="389" y="297"/>
                  </a:cubicBezTo>
                  <a:cubicBezTo>
                    <a:pt x="526" y="183"/>
                    <a:pt x="708" y="115"/>
                    <a:pt x="914" y="115"/>
                  </a:cubicBezTo>
                  <a:close/>
                  <a:moveTo>
                    <a:pt x="914" y="1"/>
                  </a:moveTo>
                  <a:cubicBezTo>
                    <a:pt x="685" y="1"/>
                    <a:pt x="480" y="92"/>
                    <a:pt x="320" y="229"/>
                  </a:cubicBezTo>
                  <a:cubicBezTo>
                    <a:pt x="138" y="366"/>
                    <a:pt x="46" y="548"/>
                    <a:pt x="46" y="754"/>
                  </a:cubicBezTo>
                  <a:lnTo>
                    <a:pt x="1" y="5798"/>
                  </a:lnTo>
                  <a:lnTo>
                    <a:pt x="1713" y="5821"/>
                  </a:lnTo>
                  <a:lnTo>
                    <a:pt x="1758" y="754"/>
                  </a:lnTo>
                  <a:cubicBezTo>
                    <a:pt x="1758" y="571"/>
                    <a:pt x="1667" y="366"/>
                    <a:pt x="1507" y="229"/>
                  </a:cubicBezTo>
                  <a:cubicBezTo>
                    <a:pt x="1347" y="92"/>
                    <a:pt x="1142" y="1"/>
                    <a:pt x="9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7"/>
            <p:cNvSpPr/>
            <p:nvPr/>
          </p:nvSpPr>
          <p:spPr>
            <a:xfrm flipH="1">
              <a:off x="6362864" y="2185881"/>
              <a:ext cx="82751" cy="253518"/>
            </a:xfrm>
            <a:custGeom>
              <a:rect b="b" l="l" r="r" t="t"/>
              <a:pathLst>
                <a:path extrusionOk="0" h="3082" w="1006">
                  <a:moveTo>
                    <a:pt x="526" y="0"/>
                  </a:moveTo>
                  <a:cubicBezTo>
                    <a:pt x="252" y="0"/>
                    <a:pt x="47" y="183"/>
                    <a:pt x="24" y="388"/>
                  </a:cubicBezTo>
                  <a:lnTo>
                    <a:pt x="1" y="3059"/>
                  </a:lnTo>
                  <a:lnTo>
                    <a:pt x="982" y="3081"/>
                  </a:lnTo>
                  <a:lnTo>
                    <a:pt x="1005" y="388"/>
                  </a:lnTo>
                  <a:cubicBezTo>
                    <a:pt x="1005" y="183"/>
                    <a:pt x="800" y="23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7"/>
            <p:cNvSpPr/>
            <p:nvPr/>
          </p:nvSpPr>
          <p:spPr>
            <a:xfrm flipH="1">
              <a:off x="6359163" y="2182097"/>
              <a:ext cx="90154" cy="261085"/>
            </a:xfrm>
            <a:custGeom>
              <a:rect b="b" l="l" r="r" t="t"/>
              <a:pathLst>
                <a:path extrusionOk="0" h="3174" w="1096">
                  <a:moveTo>
                    <a:pt x="571" y="115"/>
                  </a:moveTo>
                  <a:cubicBezTo>
                    <a:pt x="685" y="115"/>
                    <a:pt x="799" y="137"/>
                    <a:pt x="868" y="206"/>
                  </a:cubicBezTo>
                  <a:cubicBezTo>
                    <a:pt x="959" y="274"/>
                    <a:pt x="1005" y="343"/>
                    <a:pt x="1005" y="434"/>
                  </a:cubicBezTo>
                  <a:lnTo>
                    <a:pt x="982" y="3059"/>
                  </a:lnTo>
                  <a:lnTo>
                    <a:pt x="114" y="3059"/>
                  </a:lnTo>
                  <a:lnTo>
                    <a:pt x="137" y="434"/>
                  </a:lnTo>
                  <a:cubicBezTo>
                    <a:pt x="137" y="343"/>
                    <a:pt x="183" y="274"/>
                    <a:pt x="251" y="206"/>
                  </a:cubicBezTo>
                  <a:cubicBezTo>
                    <a:pt x="343" y="137"/>
                    <a:pt x="457" y="115"/>
                    <a:pt x="571" y="115"/>
                  </a:cubicBezTo>
                  <a:close/>
                  <a:moveTo>
                    <a:pt x="571" y="0"/>
                  </a:moveTo>
                  <a:cubicBezTo>
                    <a:pt x="434" y="0"/>
                    <a:pt x="297" y="46"/>
                    <a:pt x="183" y="115"/>
                  </a:cubicBezTo>
                  <a:cubicBezTo>
                    <a:pt x="92" y="206"/>
                    <a:pt x="23" y="297"/>
                    <a:pt x="23" y="434"/>
                  </a:cubicBezTo>
                  <a:lnTo>
                    <a:pt x="0" y="3150"/>
                  </a:lnTo>
                  <a:lnTo>
                    <a:pt x="1073" y="3173"/>
                  </a:lnTo>
                  <a:lnTo>
                    <a:pt x="1096" y="434"/>
                  </a:lnTo>
                  <a:cubicBezTo>
                    <a:pt x="1096" y="320"/>
                    <a:pt x="1050" y="206"/>
                    <a:pt x="936" y="137"/>
                  </a:cubicBezTo>
                  <a:cubicBezTo>
                    <a:pt x="845" y="46"/>
                    <a:pt x="708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7"/>
            <p:cNvSpPr/>
            <p:nvPr/>
          </p:nvSpPr>
          <p:spPr>
            <a:xfrm flipH="1">
              <a:off x="6252143" y="2388639"/>
              <a:ext cx="306080" cy="73291"/>
            </a:xfrm>
            <a:custGeom>
              <a:rect b="b" l="l" r="r" t="t"/>
              <a:pathLst>
                <a:path extrusionOk="0" h="891" w="3721">
                  <a:moveTo>
                    <a:pt x="320" y="0"/>
                  </a:moveTo>
                  <a:cubicBezTo>
                    <a:pt x="160" y="0"/>
                    <a:pt x="0" y="137"/>
                    <a:pt x="0" y="320"/>
                  </a:cubicBezTo>
                  <a:lnTo>
                    <a:pt x="0" y="525"/>
                  </a:lnTo>
                  <a:cubicBezTo>
                    <a:pt x="0" y="708"/>
                    <a:pt x="137" y="845"/>
                    <a:pt x="320" y="845"/>
                  </a:cubicBezTo>
                  <a:lnTo>
                    <a:pt x="3401" y="890"/>
                  </a:lnTo>
                  <a:cubicBezTo>
                    <a:pt x="3584" y="890"/>
                    <a:pt x="3721" y="731"/>
                    <a:pt x="3721" y="548"/>
                  </a:cubicBezTo>
                  <a:lnTo>
                    <a:pt x="3721" y="365"/>
                  </a:lnTo>
                  <a:cubicBezTo>
                    <a:pt x="3721" y="183"/>
                    <a:pt x="3584" y="23"/>
                    <a:pt x="3401" y="23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rgbClr val="730D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7"/>
            <p:cNvSpPr/>
            <p:nvPr/>
          </p:nvSpPr>
          <p:spPr>
            <a:xfrm flipH="1">
              <a:off x="6246467" y="2384855"/>
              <a:ext cx="315540" cy="80859"/>
            </a:xfrm>
            <a:custGeom>
              <a:rect b="b" l="l" r="r" t="t"/>
              <a:pathLst>
                <a:path extrusionOk="0" h="983" w="3836">
                  <a:moveTo>
                    <a:pt x="366" y="92"/>
                  </a:moveTo>
                  <a:lnTo>
                    <a:pt x="3447" y="137"/>
                  </a:lnTo>
                  <a:cubicBezTo>
                    <a:pt x="3607" y="137"/>
                    <a:pt x="3721" y="252"/>
                    <a:pt x="3721" y="411"/>
                  </a:cubicBezTo>
                  <a:lnTo>
                    <a:pt x="3721" y="594"/>
                  </a:lnTo>
                  <a:cubicBezTo>
                    <a:pt x="3721" y="754"/>
                    <a:pt x="3584" y="868"/>
                    <a:pt x="3447" y="868"/>
                  </a:cubicBezTo>
                  <a:lnTo>
                    <a:pt x="366" y="845"/>
                  </a:lnTo>
                  <a:cubicBezTo>
                    <a:pt x="297" y="845"/>
                    <a:pt x="229" y="822"/>
                    <a:pt x="183" y="754"/>
                  </a:cubicBezTo>
                  <a:cubicBezTo>
                    <a:pt x="138" y="708"/>
                    <a:pt x="92" y="640"/>
                    <a:pt x="92" y="571"/>
                  </a:cubicBezTo>
                  <a:lnTo>
                    <a:pt x="92" y="366"/>
                  </a:lnTo>
                  <a:cubicBezTo>
                    <a:pt x="92" y="297"/>
                    <a:pt x="138" y="229"/>
                    <a:pt x="183" y="183"/>
                  </a:cubicBezTo>
                  <a:cubicBezTo>
                    <a:pt x="229" y="115"/>
                    <a:pt x="297" y="92"/>
                    <a:pt x="366" y="92"/>
                  </a:cubicBezTo>
                  <a:close/>
                  <a:moveTo>
                    <a:pt x="366" y="1"/>
                  </a:moveTo>
                  <a:cubicBezTo>
                    <a:pt x="275" y="1"/>
                    <a:pt x="183" y="23"/>
                    <a:pt x="115" y="92"/>
                  </a:cubicBezTo>
                  <a:cubicBezTo>
                    <a:pt x="46" y="160"/>
                    <a:pt x="1" y="274"/>
                    <a:pt x="1" y="366"/>
                  </a:cubicBezTo>
                  <a:lnTo>
                    <a:pt x="1" y="571"/>
                  </a:lnTo>
                  <a:cubicBezTo>
                    <a:pt x="1" y="662"/>
                    <a:pt x="24" y="754"/>
                    <a:pt x="92" y="845"/>
                  </a:cubicBezTo>
                  <a:cubicBezTo>
                    <a:pt x="183" y="914"/>
                    <a:pt x="275" y="959"/>
                    <a:pt x="366" y="959"/>
                  </a:cubicBezTo>
                  <a:lnTo>
                    <a:pt x="3447" y="982"/>
                  </a:lnTo>
                  <a:cubicBezTo>
                    <a:pt x="3653" y="982"/>
                    <a:pt x="3813" y="822"/>
                    <a:pt x="3813" y="594"/>
                  </a:cubicBezTo>
                  <a:lnTo>
                    <a:pt x="3835" y="411"/>
                  </a:lnTo>
                  <a:cubicBezTo>
                    <a:pt x="3835" y="183"/>
                    <a:pt x="3653" y="23"/>
                    <a:pt x="3447" y="23"/>
                  </a:cubicBezTo>
                  <a:lnTo>
                    <a:pt x="3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7"/>
            <p:cNvSpPr/>
            <p:nvPr/>
          </p:nvSpPr>
          <p:spPr>
            <a:xfrm flipH="1">
              <a:off x="6274682" y="2458062"/>
              <a:ext cx="262895" cy="60212"/>
            </a:xfrm>
            <a:custGeom>
              <a:rect b="b" l="l" r="r" t="t"/>
              <a:pathLst>
                <a:path extrusionOk="0" h="732" w="3196">
                  <a:moveTo>
                    <a:pt x="183" y="1"/>
                  </a:moveTo>
                  <a:cubicBezTo>
                    <a:pt x="92" y="1"/>
                    <a:pt x="23" y="69"/>
                    <a:pt x="0" y="160"/>
                  </a:cubicBezTo>
                  <a:lnTo>
                    <a:pt x="0" y="526"/>
                  </a:lnTo>
                  <a:cubicBezTo>
                    <a:pt x="0" y="617"/>
                    <a:pt x="69" y="708"/>
                    <a:pt x="160" y="708"/>
                  </a:cubicBezTo>
                  <a:lnTo>
                    <a:pt x="3036" y="731"/>
                  </a:lnTo>
                  <a:cubicBezTo>
                    <a:pt x="3128" y="731"/>
                    <a:pt x="3196" y="663"/>
                    <a:pt x="3196" y="571"/>
                  </a:cubicBezTo>
                  <a:lnTo>
                    <a:pt x="3196" y="206"/>
                  </a:lnTo>
                  <a:cubicBezTo>
                    <a:pt x="3196" y="115"/>
                    <a:pt x="3128" y="46"/>
                    <a:pt x="3036" y="24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730D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7"/>
            <p:cNvSpPr/>
            <p:nvPr/>
          </p:nvSpPr>
          <p:spPr>
            <a:xfrm flipH="1">
              <a:off x="6269006" y="2454361"/>
              <a:ext cx="272355" cy="67616"/>
            </a:xfrm>
            <a:custGeom>
              <a:rect b="b" l="l" r="r" t="t"/>
              <a:pathLst>
                <a:path extrusionOk="0" h="822" w="3311">
                  <a:moveTo>
                    <a:pt x="229" y="114"/>
                  </a:moveTo>
                  <a:lnTo>
                    <a:pt x="3082" y="137"/>
                  </a:lnTo>
                  <a:cubicBezTo>
                    <a:pt x="3151" y="137"/>
                    <a:pt x="3196" y="183"/>
                    <a:pt x="3196" y="251"/>
                  </a:cubicBezTo>
                  <a:lnTo>
                    <a:pt x="3196" y="616"/>
                  </a:lnTo>
                  <a:cubicBezTo>
                    <a:pt x="3196" y="639"/>
                    <a:pt x="3174" y="662"/>
                    <a:pt x="3151" y="685"/>
                  </a:cubicBezTo>
                  <a:cubicBezTo>
                    <a:pt x="3151" y="708"/>
                    <a:pt x="3105" y="708"/>
                    <a:pt x="3082" y="708"/>
                  </a:cubicBezTo>
                  <a:lnTo>
                    <a:pt x="206" y="685"/>
                  </a:lnTo>
                  <a:cubicBezTo>
                    <a:pt x="161" y="685"/>
                    <a:pt x="115" y="639"/>
                    <a:pt x="115" y="571"/>
                  </a:cubicBezTo>
                  <a:lnTo>
                    <a:pt x="115" y="205"/>
                  </a:lnTo>
                  <a:cubicBezTo>
                    <a:pt x="115" y="183"/>
                    <a:pt x="115" y="160"/>
                    <a:pt x="138" y="137"/>
                  </a:cubicBezTo>
                  <a:cubicBezTo>
                    <a:pt x="161" y="114"/>
                    <a:pt x="183" y="114"/>
                    <a:pt x="229" y="114"/>
                  </a:cubicBezTo>
                  <a:close/>
                  <a:moveTo>
                    <a:pt x="229" y="0"/>
                  </a:moveTo>
                  <a:cubicBezTo>
                    <a:pt x="92" y="0"/>
                    <a:pt x="1" y="91"/>
                    <a:pt x="1" y="205"/>
                  </a:cubicBezTo>
                  <a:lnTo>
                    <a:pt x="1" y="571"/>
                  </a:lnTo>
                  <a:cubicBezTo>
                    <a:pt x="1" y="708"/>
                    <a:pt x="92" y="799"/>
                    <a:pt x="206" y="799"/>
                  </a:cubicBezTo>
                  <a:lnTo>
                    <a:pt x="3082" y="822"/>
                  </a:lnTo>
                  <a:cubicBezTo>
                    <a:pt x="3151" y="822"/>
                    <a:pt x="3196" y="799"/>
                    <a:pt x="3242" y="753"/>
                  </a:cubicBezTo>
                  <a:cubicBezTo>
                    <a:pt x="3265" y="730"/>
                    <a:pt x="3288" y="662"/>
                    <a:pt x="3288" y="616"/>
                  </a:cubicBezTo>
                  <a:lnTo>
                    <a:pt x="3310" y="251"/>
                  </a:lnTo>
                  <a:cubicBezTo>
                    <a:pt x="3310" y="114"/>
                    <a:pt x="3219" y="23"/>
                    <a:pt x="3082" y="23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7"/>
            <p:cNvSpPr/>
            <p:nvPr/>
          </p:nvSpPr>
          <p:spPr>
            <a:xfrm flipH="1">
              <a:off x="6469876" y="1614703"/>
              <a:ext cx="189768" cy="183023"/>
            </a:xfrm>
            <a:custGeom>
              <a:rect b="b" l="l" r="r" t="t"/>
              <a:pathLst>
                <a:path extrusionOk="0" h="2225" w="2307">
                  <a:moveTo>
                    <a:pt x="1355" y="1"/>
                  </a:moveTo>
                  <a:cubicBezTo>
                    <a:pt x="998" y="1"/>
                    <a:pt x="614" y="204"/>
                    <a:pt x="366" y="576"/>
                  </a:cubicBezTo>
                  <a:cubicBezTo>
                    <a:pt x="1" y="1101"/>
                    <a:pt x="46" y="1786"/>
                    <a:pt x="480" y="2082"/>
                  </a:cubicBezTo>
                  <a:cubicBezTo>
                    <a:pt x="621" y="2179"/>
                    <a:pt x="786" y="2224"/>
                    <a:pt x="957" y="2224"/>
                  </a:cubicBezTo>
                  <a:cubicBezTo>
                    <a:pt x="1312" y="2224"/>
                    <a:pt x="1694" y="2026"/>
                    <a:pt x="1941" y="1671"/>
                  </a:cubicBezTo>
                  <a:cubicBezTo>
                    <a:pt x="2306" y="1124"/>
                    <a:pt x="2261" y="462"/>
                    <a:pt x="1827" y="142"/>
                  </a:cubicBezTo>
                  <a:cubicBezTo>
                    <a:pt x="1687" y="47"/>
                    <a:pt x="1524" y="1"/>
                    <a:pt x="1355" y="1"/>
                  </a:cubicBezTo>
                  <a:close/>
                </a:path>
              </a:pathLst>
            </a:custGeom>
            <a:solidFill>
              <a:srgbClr val="730D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7"/>
            <p:cNvSpPr/>
            <p:nvPr/>
          </p:nvSpPr>
          <p:spPr>
            <a:xfrm flipH="1">
              <a:off x="6464282" y="1611002"/>
              <a:ext cx="191578" cy="191907"/>
            </a:xfrm>
            <a:custGeom>
              <a:rect b="b" l="l" r="r" t="t"/>
              <a:pathLst>
                <a:path extrusionOk="0" h="2333" w="2329">
                  <a:moveTo>
                    <a:pt x="1301" y="96"/>
                  </a:moveTo>
                  <a:cubicBezTo>
                    <a:pt x="1461" y="96"/>
                    <a:pt x="1621" y="141"/>
                    <a:pt x="1758" y="233"/>
                  </a:cubicBezTo>
                  <a:cubicBezTo>
                    <a:pt x="2146" y="529"/>
                    <a:pt x="2215" y="1169"/>
                    <a:pt x="1849" y="1671"/>
                  </a:cubicBezTo>
                  <a:cubicBezTo>
                    <a:pt x="1618" y="2025"/>
                    <a:pt x="1251" y="2224"/>
                    <a:pt x="911" y="2224"/>
                  </a:cubicBezTo>
                  <a:cubicBezTo>
                    <a:pt x="748" y="2224"/>
                    <a:pt x="590" y="2178"/>
                    <a:pt x="457" y="2082"/>
                  </a:cubicBezTo>
                  <a:cubicBezTo>
                    <a:pt x="274" y="1945"/>
                    <a:pt x="137" y="1739"/>
                    <a:pt x="137" y="1465"/>
                  </a:cubicBezTo>
                  <a:cubicBezTo>
                    <a:pt x="115" y="1191"/>
                    <a:pt x="183" y="895"/>
                    <a:pt x="366" y="644"/>
                  </a:cubicBezTo>
                  <a:cubicBezTo>
                    <a:pt x="594" y="301"/>
                    <a:pt x="959" y="96"/>
                    <a:pt x="1301" y="96"/>
                  </a:cubicBezTo>
                  <a:close/>
                  <a:moveTo>
                    <a:pt x="1314" y="1"/>
                  </a:moveTo>
                  <a:cubicBezTo>
                    <a:pt x="940" y="1"/>
                    <a:pt x="539" y="210"/>
                    <a:pt x="274" y="598"/>
                  </a:cubicBezTo>
                  <a:cubicBezTo>
                    <a:pt x="92" y="849"/>
                    <a:pt x="0" y="1169"/>
                    <a:pt x="23" y="1465"/>
                  </a:cubicBezTo>
                  <a:cubicBezTo>
                    <a:pt x="46" y="1762"/>
                    <a:pt x="183" y="2013"/>
                    <a:pt x="411" y="2173"/>
                  </a:cubicBezTo>
                  <a:cubicBezTo>
                    <a:pt x="548" y="2287"/>
                    <a:pt x="731" y="2333"/>
                    <a:pt x="913" y="2333"/>
                  </a:cubicBezTo>
                  <a:cubicBezTo>
                    <a:pt x="1279" y="2333"/>
                    <a:pt x="1667" y="2127"/>
                    <a:pt x="1941" y="1739"/>
                  </a:cubicBezTo>
                  <a:cubicBezTo>
                    <a:pt x="2329" y="1191"/>
                    <a:pt x="2260" y="461"/>
                    <a:pt x="1804" y="141"/>
                  </a:cubicBezTo>
                  <a:cubicBezTo>
                    <a:pt x="1658" y="47"/>
                    <a:pt x="1489" y="1"/>
                    <a:pt x="1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7"/>
            <p:cNvSpPr/>
            <p:nvPr/>
          </p:nvSpPr>
          <p:spPr>
            <a:xfrm flipH="1">
              <a:off x="6576894" y="1850610"/>
              <a:ext cx="56429" cy="58485"/>
            </a:xfrm>
            <a:custGeom>
              <a:rect b="b" l="l" r="r" t="t"/>
              <a:pathLst>
                <a:path extrusionOk="0" h="711" w="686">
                  <a:moveTo>
                    <a:pt x="463" y="0"/>
                  </a:moveTo>
                  <a:cubicBezTo>
                    <a:pt x="353" y="0"/>
                    <a:pt x="221" y="85"/>
                    <a:pt x="137" y="219"/>
                  </a:cubicBezTo>
                  <a:cubicBezTo>
                    <a:pt x="0" y="401"/>
                    <a:pt x="0" y="607"/>
                    <a:pt x="114" y="675"/>
                  </a:cubicBezTo>
                  <a:cubicBezTo>
                    <a:pt x="145" y="700"/>
                    <a:pt x="182" y="711"/>
                    <a:pt x="222" y="711"/>
                  </a:cubicBezTo>
                  <a:cubicBezTo>
                    <a:pt x="332" y="711"/>
                    <a:pt x="465" y="626"/>
                    <a:pt x="548" y="492"/>
                  </a:cubicBezTo>
                  <a:cubicBezTo>
                    <a:pt x="662" y="310"/>
                    <a:pt x="685" y="104"/>
                    <a:pt x="571" y="36"/>
                  </a:cubicBezTo>
                  <a:cubicBezTo>
                    <a:pt x="540" y="12"/>
                    <a:pt x="503" y="0"/>
                    <a:pt x="463" y="0"/>
                  </a:cubicBezTo>
                  <a:close/>
                </a:path>
              </a:pathLst>
            </a:custGeom>
            <a:solidFill>
              <a:srgbClr val="730D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7"/>
            <p:cNvSpPr/>
            <p:nvPr/>
          </p:nvSpPr>
          <p:spPr>
            <a:xfrm flipH="1">
              <a:off x="6575084" y="1845839"/>
              <a:ext cx="60130" cy="67862"/>
            </a:xfrm>
            <a:custGeom>
              <a:rect b="b" l="l" r="r" t="t"/>
              <a:pathLst>
                <a:path extrusionOk="0" h="825" w="731">
                  <a:moveTo>
                    <a:pt x="480" y="117"/>
                  </a:moveTo>
                  <a:cubicBezTo>
                    <a:pt x="503" y="117"/>
                    <a:pt x="548" y="117"/>
                    <a:pt x="571" y="140"/>
                  </a:cubicBezTo>
                  <a:cubicBezTo>
                    <a:pt x="617" y="162"/>
                    <a:pt x="617" y="231"/>
                    <a:pt x="617" y="277"/>
                  </a:cubicBezTo>
                  <a:cubicBezTo>
                    <a:pt x="617" y="368"/>
                    <a:pt x="571" y="459"/>
                    <a:pt x="526" y="528"/>
                  </a:cubicBezTo>
                  <a:cubicBezTo>
                    <a:pt x="435" y="655"/>
                    <a:pt x="315" y="724"/>
                    <a:pt x="224" y="724"/>
                  </a:cubicBezTo>
                  <a:cubicBezTo>
                    <a:pt x="200" y="724"/>
                    <a:pt x="179" y="720"/>
                    <a:pt x="160" y="710"/>
                  </a:cubicBezTo>
                  <a:cubicBezTo>
                    <a:pt x="137" y="665"/>
                    <a:pt x="115" y="619"/>
                    <a:pt x="115" y="550"/>
                  </a:cubicBezTo>
                  <a:cubicBezTo>
                    <a:pt x="115" y="459"/>
                    <a:pt x="137" y="391"/>
                    <a:pt x="206" y="299"/>
                  </a:cubicBezTo>
                  <a:cubicBezTo>
                    <a:pt x="252" y="231"/>
                    <a:pt x="320" y="162"/>
                    <a:pt x="389" y="140"/>
                  </a:cubicBezTo>
                  <a:cubicBezTo>
                    <a:pt x="411" y="117"/>
                    <a:pt x="457" y="117"/>
                    <a:pt x="480" y="117"/>
                  </a:cubicBezTo>
                  <a:close/>
                  <a:moveTo>
                    <a:pt x="469" y="1"/>
                  </a:moveTo>
                  <a:cubicBezTo>
                    <a:pt x="435" y="1"/>
                    <a:pt x="401" y="8"/>
                    <a:pt x="366" y="25"/>
                  </a:cubicBezTo>
                  <a:cubicBezTo>
                    <a:pt x="274" y="71"/>
                    <a:pt x="183" y="140"/>
                    <a:pt x="115" y="231"/>
                  </a:cubicBezTo>
                  <a:cubicBezTo>
                    <a:pt x="46" y="345"/>
                    <a:pt x="1" y="436"/>
                    <a:pt x="1" y="550"/>
                  </a:cubicBezTo>
                  <a:cubicBezTo>
                    <a:pt x="1" y="642"/>
                    <a:pt x="46" y="733"/>
                    <a:pt x="115" y="779"/>
                  </a:cubicBezTo>
                  <a:cubicBezTo>
                    <a:pt x="137" y="824"/>
                    <a:pt x="183" y="824"/>
                    <a:pt x="229" y="824"/>
                  </a:cubicBezTo>
                  <a:cubicBezTo>
                    <a:pt x="366" y="824"/>
                    <a:pt x="503" y="733"/>
                    <a:pt x="617" y="596"/>
                  </a:cubicBezTo>
                  <a:cubicBezTo>
                    <a:pt x="685" y="482"/>
                    <a:pt x="731" y="391"/>
                    <a:pt x="731" y="277"/>
                  </a:cubicBezTo>
                  <a:cubicBezTo>
                    <a:pt x="731" y="185"/>
                    <a:pt x="685" y="94"/>
                    <a:pt x="617" y="48"/>
                  </a:cubicBezTo>
                  <a:cubicBezTo>
                    <a:pt x="574" y="20"/>
                    <a:pt x="523" y="1"/>
                    <a:pt x="4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8" name="Google Shape;708;p37"/>
          <p:cNvSpPr/>
          <p:nvPr/>
        </p:nvSpPr>
        <p:spPr>
          <a:xfrm>
            <a:off x="6576025" y="3427900"/>
            <a:ext cx="2454000" cy="153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9" name="Google Shape;709;p37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37"/>
          <p:cNvSpPr/>
          <p:nvPr/>
        </p:nvSpPr>
        <p:spPr>
          <a:xfrm>
            <a:off x="115334" y="2701248"/>
            <a:ext cx="3037500" cy="201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1" name="Google Shape;711;p37"/>
          <p:cNvGrpSpPr/>
          <p:nvPr/>
        </p:nvGrpSpPr>
        <p:grpSpPr>
          <a:xfrm flipH="1">
            <a:off x="1446754" y="3600309"/>
            <a:ext cx="940341" cy="1193153"/>
            <a:chOff x="7650842" y="4297252"/>
            <a:chExt cx="542077" cy="611184"/>
          </a:xfrm>
        </p:grpSpPr>
        <p:sp>
          <p:nvSpPr>
            <p:cNvPr id="712" name="Google Shape;712;p37"/>
            <p:cNvSpPr/>
            <p:nvPr/>
          </p:nvSpPr>
          <p:spPr>
            <a:xfrm flipH="1">
              <a:off x="7650842" y="4297252"/>
              <a:ext cx="542077" cy="611184"/>
            </a:xfrm>
            <a:custGeom>
              <a:rect b="b" l="l" r="r" t="t"/>
              <a:pathLst>
                <a:path extrusionOk="0" h="10321" w="9154">
                  <a:moveTo>
                    <a:pt x="7144" y="0"/>
                  </a:moveTo>
                  <a:lnTo>
                    <a:pt x="4451" y="4474"/>
                  </a:lnTo>
                  <a:lnTo>
                    <a:pt x="2191" y="1918"/>
                  </a:lnTo>
                  <a:lnTo>
                    <a:pt x="0" y="6460"/>
                  </a:lnTo>
                  <a:lnTo>
                    <a:pt x="2305" y="9245"/>
                  </a:lnTo>
                  <a:cubicBezTo>
                    <a:pt x="2903" y="9978"/>
                    <a:pt x="3731" y="10320"/>
                    <a:pt x="4549" y="10320"/>
                  </a:cubicBezTo>
                  <a:cubicBezTo>
                    <a:pt x="5793" y="10320"/>
                    <a:pt x="7015" y="9530"/>
                    <a:pt x="7373" y="8126"/>
                  </a:cubicBezTo>
                  <a:lnTo>
                    <a:pt x="9153" y="1324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 flipH="1">
              <a:off x="7921222" y="4550829"/>
              <a:ext cx="54125" cy="85747"/>
            </a:xfrm>
            <a:custGeom>
              <a:rect b="b" l="l" r="r" t="t"/>
              <a:pathLst>
                <a:path extrusionOk="0" h="1448" w="914">
                  <a:moveTo>
                    <a:pt x="844" y="0"/>
                  </a:moveTo>
                  <a:cubicBezTo>
                    <a:pt x="821" y="0"/>
                    <a:pt x="793" y="16"/>
                    <a:pt x="777" y="32"/>
                  </a:cubicBezTo>
                  <a:lnTo>
                    <a:pt x="24" y="1333"/>
                  </a:lnTo>
                  <a:cubicBezTo>
                    <a:pt x="1" y="1356"/>
                    <a:pt x="1" y="1402"/>
                    <a:pt x="47" y="1425"/>
                  </a:cubicBezTo>
                  <a:cubicBezTo>
                    <a:pt x="47" y="1447"/>
                    <a:pt x="69" y="1447"/>
                    <a:pt x="92" y="1447"/>
                  </a:cubicBezTo>
                  <a:cubicBezTo>
                    <a:pt x="115" y="1447"/>
                    <a:pt x="138" y="1425"/>
                    <a:pt x="138" y="1402"/>
                  </a:cubicBezTo>
                  <a:lnTo>
                    <a:pt x="891" y="124"/>
                  </a:lnTo>
                  <a:cubicBezTo>
                    <a:pt x="914" y="78"/>
                    <a:pt x="914" y="32"/>
                    <a:pt x="868" y="9"/>
                  </a:cubicBezTo>
                  <a:cubicBezTo>
                    <a:pt x="862" y="3"/>
                    <a:pt x="853" y="0"/>
                    <a:pt x="8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4" name="Google Shape;714;p37"/>
          <p:cNvSpPr/>
          <p:nvPr/>
        </p:nvSpPr>
        <p:spPr>
          <a:xfrm flipH="1">
            <a:off x="1041600" y="1587501"/>
            <a:ext cx="6300900" cy="2367300"/>
          </a:xfrm>
          <a:prstGeom prst="roundRect">
            <a:avLst>
              <a:gd fmla="val 894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715" name="Google Shape;715;p37"/>
          <p:cNvSpPr txBox="1"/>
          <p:nvPr/>
        </p:nvSpPr>
        <p:spPr>
          <a:xfrm flipH="1">
            <a:off x="1817993" y="2265344"/>
            <a:ext cx="47481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rPr>
              <a:t>Job hunt is stressful</a:t>
            </a:r>
            <a:endParaRPr sz="3900">
              <a:solidFill>
                <a:srgbClr val="730D3F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grpSp>
        <p:nvGrpSpPr>
          <p:cNvPr id="716" name="Google Shape;716;p37"/>
          <p:cNvGrpSpPr/>
          <p:nvPr/>
        </p:nvGrpSpPr>
        <p:grpSpPr>
          <a:xfrm flipH="1">
            <a:off x="-375" y="2120069"/>
            <a:ext cx="1869177" cy="3132105"/>
            <a:chOff x="7949621" y="3539011"/>
            <a:chExt cx="1077522" cy="1604397"/>
          </a:xfrm>
        </p:grpSpPr>
        <p:sp>
          <p:nvSpPr>
            <p:cNvPr id="717" name="Google Shape;717;p37"/>
            <p:cNvSpPr/>
            <p:nvPr/>
          </p:nvSpPr>
          <p:spPr>
            <a:xfrm flipH="1">
              <a:off x="7949621" y="4175616"/>
              <a:ext cx="1075982" cy="967792"/>
            </a:xfrm>
            <a:custGeom>
              <a:rect b="b" l="l" r="r" t="t"/>
              <a:pathLst>
                <a:path extrusionOk="0" h="16343" w="18170">
                  <a:moveTo>
                    <a:pt x="5867" y="0"/>
                  </a:moveTo>
                  <a:lnTo>
                    <a:pt x="4817" y="23"/>
                  </a:lnTo>
                  <a:cubicBezTo>
                    <a:pt x="3265" y="46"/>
                    <a:pt x="1827" y="982"/>
                    <a:pt x="1233" y="2420"/>
                  </a:cubicBezTo>
                  <a:cubicBezTo>
                    <a:pt x="1165" y="2602"/>
                    <a:pt x="1096" y="2808"/>
                    <a:pt x="1051" y="3013"/>
                  </a:cubicBezTo>
                  <a:lnTo>
                    <a:pt x="69" y="7441"/>
                  </a:lnTo>
                  <a:cubicBezTo>
                    <a:pt x="1" y="7738"/>
                    <a:pt x="229" y="8035"/>
                    <a:pt x="549" y="8057"/>
                  </a:cubicBezTo>
                  <a:lnTo>
                    <a:pt x="3402" y="8149"/>
                  </a:lnTo>
                  <a:lnTo>
                    <a:pt x="2763" y="16343"/>
                  </a:lnTo>
                  <a:lnTo>
                    <a:pt x="15499" y="16343"/>
                  </a:lnTo>
                  <a:lnTo>
                    <a:pt x="15202" y="8560"/>
                  </a:lnTo>
                  <a:lnTo>
                    <a:pt x="17941" y="5684"/>
                  </a:lnTo>
                  <a:cubicBezTo>
                    <a:pt x="18170" y="5455"/>
                    <a:pt x="18147" y="5090"/>
                    <a:pt x="17919" y="4885"/>
                  </a:cubicBezTo>
                  <a:lnTo>
                    <a:pt x="14244" y="1438"/>
                  </a:lnTo>
                  <a:cubicBezTo>
                    <a:pt x="13650" y="685"/>
                    <a:pt x="12737" y="206"/>
                    <a:pt x="11687" y="183"/>
                  </a:cubicBezTo>
                  <a:lnTo>
                    <a:pt x="6049" y="0"/>
                  </a:lnTo>
                  <a:cubicBezTo>
                    <a:pt x="6004" y="0"/>
                    <a:pt x="5935" y="0"/>
                    <a:pt x="5890" y="23"/>
                  </a:cubicBezTo>
                  <a:lnTo>
                    <a:pt x="5867" y="0"/>
                  </a:lnTo>
                  <a:close/>
                </a:path>
              </a:pathLst>
            </a:custGeom>
            <a:solidFill>
              <a:srgbClr val="730D3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 flipH="1">
              <a:off x="8222660" y="3539011"/>
              <a:ext cx="409607" cy="291942"/>
            </a:xfrm>
            <a:custGeom>
              <a:rect b="b" l="l" r="r" t="t"/>
              <a:pathLst>
                <a:path extrusionOk="0" h="4930" w="6917">
                  <a:moveTo>
                    <a:pt x="3976" y="1"/>
                  </a:moveTo>
                  <a:cubicBezTo>
                    <a:pt x="3882" y="1"/>
                    <a:pt x="3782" y="8"/>
                    <a:pt x="3676" y="22"/>
                  </a:cubicBezTo>
                  <a:cubicBezTo>
                    <a:pt x="3265" y="68"/>
                    <a:pt x="2900" y="273"/>
                    <a:pt x="2694" y="593"/>
                  </a:cubicBezTo>
                  <a:cubicBezTo>
                    <a:pt x="2649" y="638"/>
                    <a:pt x="2626" y="684"/>
                    <a:pt x="2603" y="753"/>
                  </a:cubicBezTo>
                  <a:cubicBezTo>
                    <a:pt x="2580" y="775"/>
                    <a:pt x="2078" y="844"/>
                    <a:pt x="2010" y="867"/>
                  </a:cubicBezTo>
                  <a:cubicBezTo>
                    <a:pt x="1507" y="1004"/>
                    <a:pt x="891" y="1186"/>
                    <a:pt x="663" y="1666"/>
                  </a:cubicBezTo>
                  <a:cubicBezTo>
                    <a:pt x="549" y="1894"/>
                    <a:pt x="503" y="2122"/>
                    <a:pt x="503" y="2373"/>
                  </a:cubicBezTo>
                  <a:cubicBezTo>
                    <a:pt x="138" y="2647"/>
                    <a:pt x="1" y="3172"/>
                    <a:pt x="138" y="3629"/>
                  </a:cubicBezTo>
                  <a:lnTo>
                    <a:pt x="526" y="4838"/>
                  </a:lnTo>
                  <a:cubicBezTo>
                    <a:pt x="594" y="4816"/>
                    <a:pt x="686" y="4793"/>
                    <a:pt x="777" y="4793"/>
                  </a:cubicBezTo>
                  <a:lnTo>
                    <a:pt x="1416" y="4793"/>
                  </a:lnTo>
                  <a:cubicBezTo>
                    <a:pt x="1519" y="4866"/>
                    <a:pt x="1650" y="4930"/>
                    <a:pt x="1754" y="4930"/>
                  </a:cubicBezTo>
                  <a:cubicBezTo>
                    <a:pt x="1813" y="4930"/>
                    <a:pt x="1863" y="4910"/>
                    <a:pt x="1895" y="4861"/>
                  </a:cubicBezTo>
                  <a:cubicBezTo>
                    <a:pt x="1918" y="4816"/>
                    <a:pt x="2055" y="4313"/>
                    <a:pt x="2078" y="4268"/>
                  </a:cubicBezTo>
                  <a:cubicBezTo>
                    <a:pt x="2078" y="4131"/>
                    <a:pt x="2078" y="3994"/>
                    <a:pt x="2078" y="3857"/>
                  </a:cubicBezTo>
                  <a:cubicBezTo>
                    <a:pt x="2101" y="3606"/>
                    <a:pt x="2078" y="3309"/>
                    <a:pt x="2146" y="3058"/>
                  </a:cubicBezTo>
                  <a:cubicBezTo>
                    <a:pt x="2306" y="3195"/>
                    <a:pt x="2512" y="3286"/>
                    <a:pt x="2740" y="3286"/>
                  </a:cubicBezTo>
                  <a:lnTo>
                    <a:pt x="3721" y="3286"/>
                  </a:lnTo>
                  <a:cubicBezTo>
                    <a:pt x="4018" y="3286"/>
                    <a:pt x="4292" y="3172"/>
                    <a:pt x="4475" y="2989"/>
                  </a:cubicBezTo>
                  <a:cubicBezTo>
                    <a:pt x="4520" y="2967"/>
                    <a:pt x="4543" y="2967"/>
                    <a:pt x="4589" y="2967"/>
                  </a:cubicBezTo>
                  <a:cubicBezTo>
                    <a:pt x="4703" y="3286"/>
                    <a:pt x="5022" y="3537"/>
                    <a:pt x="5410" y="3537"/>
                  </a:cubicBezTo>
                  <a:lnTo>
                    <a:pt x="5890" y="3537"/>
                  </a:lnTo>
                  <a:cubicBezTo>
                    <a:pt x="5890" y="3560"/>
                    <a:pt x="5913" y="3583"/>
                    <a:pt x="5913" y="3606"/>
                  </a:cubicBezTo>
                  <a:cubicBezTo>
                    <a:pt x="5920" y="3651"/>
                    <a:pt x="5945" y="3671"/>
                    <a:pt x="5981" y="3671"/>
                  </a:cubicBezTo>
                  <a:cubicBezTo>
                    <a:pt x="6055" y="3671"/>
                    <a:pt x="6178" y="3584"/>
                    <a:pt x="6301" y="3446"/>
                  </a:cubicBezTo>
                  <a:cubicBezTo>
                    <a:pt x="6666" y="3263"/>
                    <a:pt x="6917" y="2898"/>
                    <a:pt x="6917" y="2487"/>
                  </a:cubicBezTo>
                  <a:lnTo>
                    <a:pt x="6917" y="1871"/>
                  </a:lnTo>
                  <a:lnTo>
                    <a:pt x="6894" y="1871"/>
                  </a:lnTo>
                  <a:cubicBezTo>
                    <a:pt x="6780" y="1369"/>
                    <a:pt x="6369" y="981"/>
                    <a:pt x="5821" y="935"/>
                  </a:cubicBezTo>
                  <a:lnTo>
                    <a:pt x="5662" y="935"/>
                  </a:lnTo>
                  <a:cubicBezTo>
                    <a:pt x="5151" y="486"/>
                    <a:pt x="4769" y="1"/>
                    <a:pt x="39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 flipH="1">
              <a:off x="8257777" y="3699790"/>
              <a:ext cx="389355" cy="570916"/>
            </a:xfrm>
            <a:custGeom>
              <a:rect b="b" l="l" r="r" t="t"/>
              <a:pathLst>
                <a:path extrusionOk="0" h="9641" w="6575">
                  <a:moveTo>
                    <a:pt x="2169" y="1"/>
                  </a:moveTo>
                  <a:lnTo>
                    <a:pt x="2169" y="2078"/>
                  </a:lnTo>
                  <a:lnTo>
                    <a:pt x="1028" y="2078"/>
                  </a:lnTo>
                  <a:cubicBezTo>
                    <a:pt x="937" y="2078"/>
                    <a:pt x="845" y="2101"/>
                    <a:pt x="777" y="2123"/>
                  </a:cubicBezTo>
                  <a:cubicBezTo>
                    <a:pt x="320" y="2215"/>
                    <a:pt x="1" y="2625"/>
                    <a:pt x="1" y="3105"/>
                  </a:cubicBezTo>
                  <a:lnTo>
                    <a:pt x="1" y="3219"/>
                  </a:lnTo>
                  <a:cubicBezTo>
                    <a:pt x="1" y="3767"/>
                    <a:pt x="457" y="4246"/>
                    <a:pt x="1028" y="4246"/>
                  </a:cubicBezTo>
                  <a:lnTo>
                    <a:pt x="1302" y="4246"/>
                  </a:lnTo>
                  <a:lnTo>
                    <a:pt x="1028" y="7670"/>
                  </a:lnTo>
                  <a:cubicBezTo>
                    <a:pt x="937" y="8674"/>
                    <a:pt x="1690" y="9542"/>
                    <a:pt x="2694" y="9633"/>
                  </a:cubicBezTo>
                  <a:lnTo>
                    <a:pt x="2877" y="9633"/>
                  </a:lnTo>
                  <a:cubicBezTo>
                    <a:pt x="2931" y="9638"/>
                    <a:pt x="2985" y="9640"/>
                    <a:pt x="3038" y="9640"/>
                  </a:cubicBezTo>
                  <a:cubicBezTo>
                    <a:pt x="3954" y="9640"/>
                    <a:pt x="4752" y="8916"/>
                    <a:pt x="4817" y="7967"/>
                  </a:cubicBezTo>
                  <a:lnTo>
                    <a:pt x="4931" y="6688"/>
                  </a:lnTo>
                  <a:cubicBezTo>
                    <a:pt x="5844" y="6666"/>
                    <a:pt x="6574" y="5935"/>
                    <a:pt x="6574" y="5022"/>
                  </a:cubicBezTo>
                  <a:lnTo>
                    <a:pt x="6574" y="1005"/>
                  </a:lnTo>
                  <a:cubicBezTo>
                    <a:pt x="6574" y="914"/>
                    <a:pt x="6552" y="822"/>
                    <a:pt x="6552" y="731"/>
                  </a:cubicBezTo>
                  <a:cubicBezTo>
                    <a:pt x="6415" y="777"/>
                    <a:pt x="6278" y="822"/>
                    <a:pt x="6118" y="822"/>
                  </a:cubicBezTo>
                  <a:lnTo>
                    <a:pt x="5661" y="822"/>
                  </a:lnTo>
                  <a:cubicBezTo>
                    <a:pt x="5251" y="822"/>
                    <a:pt x="4908" y="548"/>
                    <a:pt x="4817" y="183"/>
                  </a:cubicBezTo>
                  <a:cubicBezTo>
                    <a:pt x="4612" y="411"/>
                    <a:pt x="4315" y="571"/>
                    <a:pt x="3972" y="571"/>
                  </a:cubicBezTo>
                  <a:lnTo>
                    <a:pt x="2991" y="571"/>
                  </a:lnTo>
                  <a:cubicBezTo>
                    <a:pt x="2626" y="571"/>
                    <a:pt x="2306" y="343"/>
                    <a:pt x="2169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 flipH="1">
              <a:off x="8568667" y="3862465"/>
              <a:ext cx="31148" cy="48262"/>
            </a:xfrm>
            <a:custGeom>
              <a:rect b="b" l="l" r="r" t="t"/>
              <a:pathLst>
                <a:path extrusionOk="0" h="815" w="526">
                  <a:moveTo>
                    <a:pt x="69" y="0"/>
                  </a:moveTo>
                  <a:cubicBezTo>
                    <a:pt x="50" y="0"/>
                    <a:pt x="33" y="6"/>
                    <a:pt x="24" y="15"/>
                  </a:cubicBezTo>
                  <a:cubicBezTo>
                    <a:pt x="1" y="61"/>
                    <a:pt x="1" y="107"/>
                    <a:pt x="24" y="130"/>
                  </a:cubicBezTo>
                  <a:lnTo>
                    <a:pt x="343" y="495"/>
                  </a:lnTo>
                  <a:lnTo>
                    <a:pt x="69" y="655"/>
                  </a:lnTo>
                  <a:cubicBezTo>
                    <a:pt x="24" y="677"/>
                    <a:pt x="24" y="746"/>
                    <a:pt x="46" y="769"/>
                  </a:cubicBezTo>
                  <a:cubicBezTo>
                    <a:pt x="46" y="792"/>
                    <a:pt x="69" y="814"/>
                    <a:pt x="92" y="814"/>
                  </a:cubicBezTo>
                  <a:cubicBezTo>
                    <a:pt x="115" y="814"/>
                    <a:pt x="138" y="792"/>
                    <a:pt x="138" y="792"/>
                  </a:cubicBezTo>
                  <a:lnTo>
                    <a:pt x="503" y="563"/>
                  </a:lnTo>
                  <a:cubicBezTo>
                    <a:pt x="526" y="563"/>
                    <a:pt x="526" y="540"/>
                    <a:pt x="526" y="518"/>
                  </a:cubicBezTo>
                  <a:cubicBezTo>
                    <a:pt x="526" y="495"/>
                    <a:pt x="526" y="472"/>
                    <a:pt x="503" y="449"/>
                  </a:cubicBezTo>
                  <a:lnTo>
                    <a:pt x="138" y="38"/>
                  </a:lnTo>
                  <a:cubicBezTo>
                    <a:pt x="124" y="12"/>
                    <a:pt x="95" y="0"/>
                    <a:pt x="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7"/>
            <p:cNvSpPr/>
            <p:nvPr/>
          </p:nvSpPr>
          <p:spPr>
            <a:xfrm flipH="1">
              <a:off x="8329421" y="3826519"/>
              <a:ext cx="47374" cy="93682"/>
            </a:xfrm>
            <a:custGeom>
              <a:rect b="b" l="l" r="r" t="t"/>
              <a:pathLst>
                <a:path extrusionOk="0" h="1582" w="800">
                  <a:moveTo>
                    <a:pt x="528" y="0"/>
                  </a:moveTo>
                  <a:cubicBezTo>
                    <a:pt x="520" y="0"/>
                    <a:pt x="511" y="2"/>
                    <a:pt x="503" y="6"/>
                  </a:cubicBezTo>
                  <a:cubicBezTo>
                    <a:pt x="457" y="6"/>
                    <a:pt x="435" y="52"/>
                    <a:pt x="457" y="97"/>
                  </a:cubicBezTo>
                  <a:lnTo>
                    <a:pt x="617" y="1102"/>
                  </a:lnTo>
                  <a:cubicBezTo>
                    <a:pt x="640" y="1170"/>
                    <a:pt x="617" y="1262"/>
                    <a:pt x="572" y="1330"/>
                  </a:cubicBezTo>
                  <a:cubicBezTo>
                    <a:pt x="503" y="1376"/>
                    <a:pt x="435" y="1421"/>
                    <a:pt x="366" y="1421"/>
                  </a:cubicBezTo>
                  <a:lnTo>
                    <a:pt x="69" y="1421"/>
                  </a:lnTo>
                  <a:cubicBezTo>
                    <a:pt x="24" y="1421"/>
                    <a:pt x="1" y="1467"/>
                    <a:pt x="1" y="1490"/>
                  </a:cubicBezTo>
                  <a:cubicBezTo>
                    <a:pt x="1" y="1535"/>
                    <a:pt x="24" y="1581"/>
                    <a:pt x="69" y="1581"/>
                  </a:cubicBezTo>
                  <a:lnTo>
                    <a:pt x="366" y="1581"/>
                  </a:lnTo>
                  <a:cubicBezTo>
                    <a:pt x="480" y="1581"/>
                    <a:pt x="594" y="1513"/>
                    <a:pt x="686" y="1421"/>
                  </a:cubicBezTo>
                  <a:cubicBezTo>
                    <a:pt x="754" y="1330"/>
                    <a:pt x="800" y="1193"/>
                    <a:pt x="777" y="1079"/>
                  </a:cubicBezTo>
                  <a:lnTo>
                    <a:pt x="594" y="75"/>
                  </a:lnTo>
                  <a:cubicBezTo>
                    <a:pt x="594" y="37"/>
                    <a:pt x="564" y="0"/>
                    <a:pt x="5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 flipH="1">
              <a:off x="8287493" y="3855241"/>
              <a:ext cx="27122" cy="24634"/>
            </a:xfrm>
            <a:custGeom>
              <a:rect b="b" l="l" r="r" t="t"/>
              <a:pathLst>
                <a:path extrusionOk="0" h="416" w="458">
                  <a:moveTo>
                    <a:pt x="183" y="0"/>
                  </a:moveTo>
                  <a:cubicBezTo>
                    <a:pt x="69" y="23"/>
                    <a:pt x="1" y="137"/>
                    <a:pt x="24" y="252"/>
                  </a:cubicBezTo>
                  <a:cubicBezTo>
                    <a:pt x="44" y="351"/>
                    <a:pt x="133" y="416"/>
                    <a:pt x="231" y="416"/>
                  </a:cubicBezTo>
                  <a:cubicBezTo>
                    <a:pt x="245" y="416"/>
                    <a:pt x="260" y="414"/>
                    <a:pt x="275" y="411"/>
                  </a:cubicBezTo>
                  <a:cubicBezTo>
                    <a:pt x="389" y="411"/>
                    <a:pt x="457" y="297"/>
                    <a:pt x="435" y="183"/>
                  </a:cubicBezTo>
                  <a:cubicBezTo>
                    <a:pt x="412" y="69"/>
                    <a:pt x="298" y="0"/>
                    <a:pt x="1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7"/>
            <p:cNvSpPr/>
            <p:nvPr/>
          </p:nvSpPr>
          <p:spPr>
            <a:xfrm flipH="1" rot="9899917">
              <a:off x="8364538" y="4023127"/>
              <a:ext cx="32509" cy="11962"/>
            </a:xfrm>
            <a:custGeom>
              <a:rect b="b" l="l" r="r" t="t"/>
              <a:pathLst>
                <a:path extrusionOk="0" h="202" w="549">
                  <a:moveTo>
                    <a:pt x="324" y="1"/>
                  </a:moveTo>
                  <a:cubicBezTo>
                    <a:pt x="229" y="1"/>
                    <a:pt x="117" y="29"/>
                    <a:pt x="23" y="133"/>
                  </a:cubicBezTo>
                  <a:cubicBezTo>
                    <a:pt x="0" y="156"/>
                    <a:pt x="0" y="178"/>
                    <a:pt x="23" y="201"/>
                  </a:cubicBezTo>
                  <a:lnTo>
                    <a:pt x="69" y="201"/>
                  </a:lnTo>
                  <a:cubicBezTo>
                    <a:pt x="160" y="110"/>
                    <a:pt x="263" y="87"/>
                    <a:pt x="343" y="87"/>
                  </a:cubicBezTo>
                  <a:cubicBezTo>
                    <a:pt x="423" y="87"/>
                    <a:pt x="480" y="110"/>
                    <a:pt x="480" y="110"/>
                  </a:cubicBezTo>
                  <a:cubicBezTo>
                    <a:pt x="491" y="121"/>
                    <a:pt x="497" y="127"/>
                    <a:pt x="503" y="127"/>
                  </a:cubicBezTo>
                  <a:cubicBezTo>
                    <a:pt x="508" y="127"/>
                    <a:pt x="514" y="121"/>
                    <a:pt x="525" y="110"/>
                  </a:cubicBezTo>
                  <a:cubicBezTo>
                    <a:pt x="525" y="110"/>
                    <a:pt x="548" y="110"/>
                    <a:pt x="548" y="87"/>
                  </a:cubicBezTo>
                  <a:cubicBezTo>
                    <a:pt x="548" y="64"/>
                    <a:pt x="548" y="41"/>
                    <a:pt x="525" y="41"/>
                  </a:cubicBezTo>
                  <a:cubicBezTo>
                    <a:pt x="525" y="41"/>
                    <a:pt x="437" y="1"/>
                    <a:pt x="32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7"/>
            <p:cNvSpPr/>
            <p:nvPr/>
          </p:nvSpPr>
          <p:spPr>
            <a:xfrm flipH="1">
              <a:off x="8378042" y="3779677"/>
              <a:ext cx="102802" cy="43762"/>
            </a:xfrm>
            <a:custGeom>
              <a:rect b="b" l="l" r="r" t="t"/>
              <a:pathLst>
                <a:path extrusionOk="0" h="739" w="1736">
                  <a:moveTo>
                    <a:pt x="1018" y="1"/>
                  </a:moveTo>
                  <a:cubicBezTo>
                    <a:pt x="948" y="1"/>
                    <a:pt x="874" y="7"/>
                    <a:pt x="799" y="21"/>
                  </a:cubicBezTo>
                  <a:cubicBezTo>
                    <a:pt x="411" y="90"/>
                    <a:pt x="160" y="272"/>
                    <a:pt x="92" y="432"/>
                  </a:cubicBezTo>
                  <a:cubicBezTo>
                    <a:pt x="0" y="592"/>
                    <a:pt x="69" y="706"/>
                    <a:pt x="160" y="729"/>
                  </a:cubicBezTo>
                  <a:cubicBezTo>
                    <a:pt x="194" y="735"/>
                    <a:pt x="229" y="738"/>
                    <a:pt x="265" y="738"/>
                  </a:cubicBezTo>
                  <a:cubicBezTo>
                    <a:pt x="352" y="738"/>
                    <a:pt x="445" y="722"/>
                    <a:pt x="525" y="706"/>
                  </a:cubicBezTo>
                  <a:cubicBezTo>
                    <a:pt x="662" y="683"/>
                    <a:pt x="799" y="637"/>
                    <a:pt x="891" y="637"/>
                  </a:cubicBezTo>
                  <a:cubicBezTo>
                    <a:pt x="1005" y="615"/>
                    <a:pt x="1142" y="592"/>
                    <a:pt x="1279" y="592"/>
                  </a:cubicBezTo>
                  <a:cubicBezTo>
                    <a:pt x="1393" y="569"/>
                    <a:pt x="1530" y="569"/>
                    <a:pt x="1621" y="500"/>
                  </a:cubicBezTo>
                  <a:cubicBezTo>
                    <a:pt x="1712" y="455"/>
                    <a:pt x="1735" y="318"/>
                    <a:pt x="1598" y="204"/>
                  </a:cubicBezTo>
                  <a:cubicBezTo>
                    <a:pt x="1507" y="95"/>
                    <a:pt x="1287" y="1"/>
                    <a:pt x="10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7"/>
            <p:cNvSpPr/>
            <p:nvPr/>
          </p:nvSpPr>
          <p:spPr>
            <a:xfrm flipH="1">
              <a:off x="8252378" y="3789626"/>
              <a:ext cx="71653" cy="35116"/>
            </a:xfrm>
            <a:custGeom>
              <a:rect b="b" l="l" r="r" t="t"/>
              <a:pathLst>
                <a:path extrusionOk="0" h="593" w="1210">
                  <a:moveTo>
                    <a:pt x="527" y="1"/>
                  </a:moveTo>
                  <a:cubicBezTo>
                    <a:pt x="332" y="1"/>
                    <a:pt x="166" y="75"/>
                    <a:pt x="91" y="150"/>
                  </a:cubicBezTo>
                  <a:cubicBezTo>
                    <a:pt x="0" y="264"/>
                    <a:pt x="23" y="355"/>
                    <a:pt x="69" y="401"/>
                  </a:cubicBezTo>
                  <a:cubicBezTo>
                    <a:pt x="137" y="447"/>
                    <a:pt x="228" y="447"/>
                    <a:pt x="320" y="469"/>
                  </a:cubicBezTo>
                  <a:cubicBezTo>
                    <a:pt x="411" y="469"/>
                    <a:pt x="502" y="492"/>
                    <a:pt x="571" y="492"/>
                  </a:cubicBezTo>
                  <a:cubicBezTo>
                    <a:pt x="662" y="515"/>
                    <a:pt x="730" y="538"/>
                    <a:pt x="822" y="561"/>
                  </a:cubicBezTo>
                  <a:cubicBezTo>
                    <a:pt x="886" y="577"/>
                    <a:pt x="951" y="593"/>
                    <a:pt x="1007" y="593"/>
                  </a:cubicBezTo>
                  <a:cubicBezTo>
                    <a:pt x="1031" y="593"/>
                    <a:pt x="1053" y="590"/>
                    <a:pt x="1073" y="584"/>
                  </a:cubicBezTo>
                  <a:cubicBezTo>
                    <a:pt x="1164" y="561"/>
                    <a:pt x="1210" y="469"/>
                    <a:pt x="1141" y="332"/>
                  </a:cubicBezTo>
                  <a:cubicBezTo>
                    <a:pt x="1096" y="218"/>
                    <a:pt x="913" y="59"/>
                    <a:pt x="662" y="13"/>
                  </a:cubicBezTo>
                  <a:cubicBezTo>
                    <a:pt x="616" y="5"/>
                    <a:pt x="571" y="1"/>
                    <a:pt x="5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7"/>
            <p:cNvSpPr/>
            <p:nvPr/>
          </p:nvSpPr>
          <p:spPr>
            <a:xfrm flipH="1">
              <a:off x="8395628" y="3855241"/>
              <a:ext cx="28484" cy="27299"/>
            </a:xfrm>
            <a:custGeom>
              <a:rect b="b" l="l" r="r" t="t"/>
              <a:pathLst>
                <a:path extrusionOk="0" h="461" w="481">
                  <a:moveTo>
                    <a:pt x="252" y="0"/>
                  </a:moveTo>
                  <a:cubicBezTo>
                    <a:pt x="115" y="0"/>
                    <a:pt x="24" y="92"/>
                    <a:pt x="1" y="206"/>
                  </a:cubicBezTo>
                  <a:cubicBezTo>
                    <a:pt x="1" y="343"/>
                    <a:pt x="92" y="457"/>
                    <a:pt x="206" y="457"/>
                  </a:cubicBezTo>
                  <a:cubicBezTo>
                    <a:pt x="221" y="459"/>
                    <a:pt x="234" y="460"/>
                    <a:pt x="248" y="460"/>
                  </a:cubicBezTo>
                  <a:cubicBezTo>
                    <a:pt x="366" y="460"/>
                    <a:pt x="457" y="374"/>
                    <a:pt x="457" y="252"/>
                  </a:cubicBezTo>
                  <a:cubicBezTo>
                    <a:pt x="480" y="115"/>
                    <a:pt x="366" y="23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7"/>
            <p:cNvSpPr/>
            <p:nvPr/>
          </p:nvSpPr>
          <p:spPr>
            <a:xfrm flipH="1">
              <a:off x="8399714" y="3879817"/>
              <a:ext cx="24398" cy="5211"/>
            </a:xfrm>
            <a:custGeom>
              <a:rect b="b" l="l" r="r" t="t"/>
              <a:pathLst>
                <a:path extrusionOk="0" h="88" w="412">
                  <a:moveTo>
                    <a:pt x="198" y="0"/>
                  </a:moveTo>
                  <a:cubicBezTo>
                    <a:pt x="84" y="0"/>
                    <a:pt x="1" y="65"/>
                    <a:pt x="1" y="65"/>
                  </a:cubicBezTo>
                  <a:lnTo>
                    <a:pt x="412" y="88"/>
                  </a:lnTo>
                  <a:cubicBezTo>
                    <a:pt x="337" y="21"/>
                    <a:pt x="262" y="0"/>
                    <a:pt x="198" y="0"/>
                  </a:cubicBezTo>
                  <a:close/>
                </a:path>
              </a:pathLst>
            </a:custGeom>
            <a:solidFill>
              <a:srgbClr val="E8A1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7"/>
            <p:cNvSpPr/>
            <p:nvPr/>
          </p:nvSpPr>
          <p:spPr>
            <a:xfrm flipH="1">
              <a:off x="8395628" y="3875138"/>
              <a:ext cx="33872" cy="13975"/>
            </a:xfrm>
            <a:custGeom>
              <a:rect b="b" l="l" r="r" t="t"/>
              <a:pathLst>
                <a:path extrusionOk="0" h="236" w="572">
                  <a:moveTo>
                    <a:pt x="280" y="0"/>
                  </a:moveTo>
                  <a:cubicBezTo>
                    <a:pt x="181" y="0"/>
                    <a:pt x="96" y="38"/>
                    <a:pt x="46" y="75"/>
                  </a:cubicBezTo>
                  <a:cubicBezTo>
                    <a:pt x="1" y="98"/>
                    <a:pt x="1" y="144"/>
                    <a:pt x="24" y="189"/>
                  </a:cubicBezTo>
                  <a:cubicBezTo>
                    <a:pt x="40" y="206"/>
                    <a:pt x="67" y="222"/>
                    <a:pt x="98" y="222"/>
                  </a:cubicBezTo>
                  <a:cubicBezTo>
                    <a:pt x="111" y="222"/>
                    <a:pt x="124" y="219"/>
                    <a:pt x="138" y="212"/>
                  </a:cubicBezTo>
                  <a:cubicBezTo>
                    <a:pt x="151" y="199"/>
                    <a:pt x="205" y="161"/>
                    <a:pt x="274" y="161"/>
                  </a:cubicBezTo>
                  <a:cubicBezTo>
                    <a:pt x="322" y="161"/>
                    <a:pt x="378" y="179"/>
                    <a:pt x="434" y="235"/>
                  </a:cubicBezTo>
                  <a:lnTo>
                    <a:pt x="503" y="235"/>
                  </a:lnTo>
                  <a:cubicBezTo>
                    <a:pt x="503" y="235"/>
                    <a:pt x="526" y="235"/>
                    <a:pt x="548" y="212"/>
                  </a:cubicBezTo>
                  <a:cubicBezTo>
                    <a:pt x="571" y="189"/>
                    <a:pt x="571" y="144"/>
                    <a:pt x="548" y="98"/>
                  </a:cubicBezTo>
                  <a:cubicBezTo>
                    <a:pt x="456" y="26"/>
                    <a:pt x="363" y="0"/>
                    <a:pt x="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7"/>
            <p:cNvSpPr/>
            <p:nvPr/>
          </p:nvSpPr>
          <p:spPr>
            <a:xfrm flipH="1">
              <a:off x="8290217" y="3879876"/>
              <a:ext cx="20312" cy="2428"/>
            </a:xfrm>
            <a:custGeom>
              <a:rect b="b" l="l" r="r" t="t"/>
              <a:pathLst>
                <a:path extrusionOk="0" h="41" w="343">
                  <a:moveTo>
                    <a:pt x="183" y="0"/>
                  </a:moveTo>
                  <a:cubicBezTo>
                    <a:pt x="81" y="0"/>
                    <a:pt x="0" y="41"/>
                    <a:pt x="0" y="41"/>
                  </a:cubicBezTo>
                  <a:lnTo>
                    <a:pt x="343" y="41"/>
                  </a:lnTo>
                  <a:cubicBezTo>
                    <a:pt x="289" y="11"/>
                    <a:pt x="234" y="0"/>
                    <a:pt x="183" y="0"/>
                  </a:cubicBezTo>
                  <a:close/>
                </a:path>
              </a:pathLst>
            </a:custGeom>
            <a:solidFill>
              <a:srgbClr val="E8A1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7"/>
            <p:cNvSpPr/>
            <p:nvPr/>
          </p:nvSpPr>
          <p:spPr>
            <a:xfrm flipH="1">
              <a:off x="8284829" y="3875790"/>
              <a:ext cx="31089" cy="11962"/>
            </a:xfrm>
            <a:custGeom>
              <a:rect b="b" l="l" r="r" t="t"/>
              <a:pathLst>
                <a:path extrusionOk="0" h="202" w="525">
                  <a:moveTo>
                    <a:pt x="281" y="1"/>
                  </a:moveTo>
                  <a:cubicBezTo>
                    <a:pt x="157" y="1"/>
                    <a:pt x="61" y="42"/>
                    <a:pt x="46" y="42"/>
                  </a:cubicBezTo>
                  <a:cubicBezTo>
                    <a:pt x="23" y="64"/>
                    <a:pt x="0" y="110"/>
                    <a:pt x="23" y="133"/>
                  </a:cubicBezTo>
                  <a:cubicBezTo>
                    <a:pt x="40" y="166"/>
                    <a:pt x="68" y="187"/>
                    <a:pt x="92" y="187"/>
                  </a:cubicBezTo>
                  <a:cubicBezTo>
                    <a:pt x="100" y="187"/>
                    <a:pt x="108" y="185"/>
                    <a:pt x="114" y="178"/>
                  </a:cubicBezTo>
                  <a:cubicBezTo>
                    <a:pt x="114" y="178"/>
                    <a:pt x="185" y="148"/>
                    <a:pt x="273" y="148"/>
                  </a:cubicBezTo>
                  <a:cubicBezTo>
                    <a:pt x="317" y="148"/>
                    <a:pt x="365" y="156"/>
                    <a:pt x="411" y="178"/>
                  </a:cubicBezTo>
                  <a:cubicBezTo>
                    <a:pt x="411" y="201"/>
                    <a:pt x="434" y="201"/>
                    <a:pt x="434" y="201"/>
                  </a:cubicBezTo>
                  <a:cubicBezTo>
                    <a:pt x="479" y="201"/>
                    <a:pt x="502" y="178"/>
                    <a:pt x="502" y="156"/>
                  </a:cubicBezTo>
                  <a:cubicBezTo>
                    <a:pt x="525" y="110"/>
                    <a:pt x="525" y="64"/>
                    <a:pt x="479" y="42"/>
                  </a:cubicBezTo>
                  <a:cubicBezTo>
                    <a:pt x="411" y="11"/>
                    <a:pt x="342" y="1"/>
                    <a:pt x="2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7"/>
            <p:cNvSpPr/>
            <p:nvPr/>
          </p:nvSpPr>
          <p:spPr>
            <a:xfrm flipH="1">
              <a:off x="8371291" y="3923106"/>
              <a:ext cx="81187" cy="52230"/>
            </a:xfrm>
            <a:custGeom>
              <a:rect b="b" l="l" r="r" t="t"/>
              <a:pathLst>
                <a:path extrusionOk="0" h="882" w="1371">
                  <a:moveTo>
                    <a:pt x="392" y="0"/>
                  </a:moveTo>
                  <a:cubicBezTo>
                    <a:pt x="359" y="0"/>
                    <a:pt x="326" y="13"/>
                    <a:pt x="297" y="41"/>
                  </a:cubicBezTo>
                  <a:cubicBezTo>
                    <a:pt x="115" y="156"/>
                    <a:pt x="1" y="544"/>
                    <a:pt x="571" y="795"/>
                  </a:cubicBezTo>
                  <a:cubicBezTo>
                    <a:pt x="695" y="856"/>
                    <a:pt x="802" y="881"/>
                    <a:pt x="893" y="881"/>
                  </a:cubicBezTo>
                  <a:cubicBezTo>
                    <a:pt x="1141" y="881"/>
                    <a:pt x="1281" y="700"/>
                    <a:pt x="1347" y="566"/>
                  </a:cubicBezTo>
                  <a:cubicBezTo>
                    <a:pt x="1370" y="498"/>
                    <a:pt x="1325" y="384"/>
                    <a:pt x="1233" y="384"/>
                  </a:cubicBezTo>
                  <a:cubicBezTo>
                    <a:pt x="891" y="338"/>
                    <a:pt x="640" y="156"/>
                    <a:pt x="526" y="64"/>
                  </a:cubicBezTo>
                  <a:cubicBezTo>
                    <a:pt x="486" y="24"/>
                    <a:pt x="438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7"/>
            <p:cNvSpPr/>
            <p:nvPr/>
          </p:nvSpPr>
          <p:spPr>
            <a:xfrm flipH="1">
              <a:off x="8307816" y="4133097"/>
              <a:ext cx="343343" cy="214130"/>
            </a:xfrm>
            <a:custGeom>
              <a:rect b="b" l="l" r="r" t="t"/>
              <a:pathLst>
                <a:path extrusionOk="0" h="3616" w="5798">
                  <a:moveTo>
                    <a:pt x="891" y="0"/>
                  </a:moveTo>
                  <a:cubicBezTo>
                    <a:pt x="820" y="0"/>
                    <a:pt x="738" y="41"/>
                    <a:pt x="708" y="102"/>
                  </a:cubicBezTo>
                  <a:lnTo>
                    <a:pt x="69" y="1426"/>
                  </a:lnTo>
                  <a:cubicBezTo>
                    <a:pt x="0" y="1563"/>
                    <a:pt x="23" y="1745"/>
                    <a:pt x="114" y="1859"/>
                  </a:cubicBezTo>
                  <a:lnTo>
                    <a:pt x="1484" y="3480"/>
                  </a:lnTo>
                  <a:cubicBezTo>
                    <a:pt x="1560" y="3569"/>
                    <a:pt x="1665" y="3616"/>
                    <a:pt x="1770" y="3616"/>
                  </a:cubicBezTo>
                  <a:cubicBezTo>
                    <a:pt x="1854" y="3616"/>
                    <a:pt x="1938" y="3586"/>
                    <a:pt x="2009" y="3526"/>
                  </a:cubicBezTo>
                  <a:lnTo>
                    <a:pt x="3310" y="2339"/>
                  </a:lnTo>
                  <a:cubicBezTo>
                    <a:pt x="3321" y="2316"/>
                    <a:pt x="3339" y="2304"/>
                    <a:pt x="3356" y="2304"/>
                  </a:cubicBezTo>
                  <a:cubicBezTo>
                    <a:pt x="3373" y="2304"/>
                    <a:pt x="3390" y="2316"/>
                    <a:pt x="3401" y="2339"/>
                  </a:cubicBezTo>
                  <a:lnTo>
                    <a:pt x="4223" y="3252"/>
                  </a:lnTo>
                  <a:cubicBezTo>
                    <a:pt x="4267" y="3318"/>
                    <a:pt x="4327" y="3352"/>
                    <a:pt x="4387" y="3352"/>
                  </a:cubicBezTo>
                  <a:cubicBezTo>
                    <a:pt x="4452" y="3352"/>
                    <a:pt x="4518" y="3312"/>
                    <a:pt x="4565" y="3229"/>
                  </a:cubicBezTo>
                  <a:lnTo>
                    <a:pt x="5684" y="1973"/>
                  </a:lnTo>
                  <a:cubicBezTo>
                    <a:pt x="5775" y="1859"/>
                    <a:pt x="5798" y="1722"/>
                    <a:pt x="5752" y="1585"/>
                  </a:cubicBezTo>
                  <a:lnTo>
                    <a:pt x="5319" y="467"/>
                  </a:lnTo>
                  <a:cubicBezTo>
                    <a:pt x="5303" y="329"/>
                    <a:pt x="5205" y="242"/>
                    <a:pt x="5101" y="242"/>
                  </a:cubicBezTo>
                  <a:cubicBezTo>
                    <a:pt x="5050" y="242"/>
                    <a:pt x="4998" y="262"/>
                    <a:pt x="4953" y="307"/>
                  </a:cubicBezTo>
                  <a:lnTo>
                    <a:pt x="3378" y="1951"/>
                  </a:lnTo>
                  <a:cubicBezTo>
                    <a:pt x="3367" y="1962"/>
                    <a:pt x="3356" y="1968"/>
                    <a:pt x="3347" y="1968"/>
                  </a:cubicBezTo>
                  <a:cubicBezTo>
                    <a:pt x="3339" y="1968"/>
                    <a:pt x="3333" y="1962"/>
                    <a:pt x="3333" y="1951"/>
                  </a:cubicBezTo>
                  <a:lnTo>
                    <a:pt x="982" y="33"/>
                  </a:lnTo>
                  <a:cubicBezTo>
                    <a:pt x="959" y="10"/>
                    <a:pt x="926" y="0"/>
                    <a:pt x="89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7"/>
            <p:cNvSpPr/>
            <p:nvPr/>
          </p:nvSpPr>
          <p:spPr>
            <a:xfrm flipH="1">
              <a:off x="8051002" y="4487820"/>
              <a:ext cx="976141" cy="528635"/>
            </a:xfrm>
            <a:custGeom>
              <a:rect b="b" l="l" r="r" t="t"/>
              <a:pathLst>
                <a:path extrusionOk="0" h="8927" w="16484">
                  <a:moveTo>
                    <a:pt x="15411" y="2603"/>
                  </a:moveTo>
                  <a:cubicBezTo>
                    <a:pt x="15365" y="2626"/>
                    <a:pt x="15320" y="2626"/>
                    <a:pt x="15274" y="2626"/>
                  </a:cubicBezTo>
                  <a:cubicBezTo>
                    <a:pt x="15320" y="2626"/>
                    <a:pt x="15365" y="2603"/>
                    <a:pt x="15411" y="2603"/>
                  </a:cubicBezTo>
                  <a:close/>
                  <a:moveTo>
                    <a:pt x="13585" y="1"/>
                  </a:moveTo>
                  <a:cubicBezTo>
                    <a:pt x="13516" y="24"/>
                    <a:pt x="13471" y="69"/>
                    <a:pt x="13402" y="115"/>
                  </a:cubicBezTo>
                  <a:cubicBezTo>
                    <a:pt x="12855" y="480"/>
                    <a:pt x="11485" y="1895"/>
                    <a:pt x="11485" y="1895"/>
                  </a:cubicBezTo>
                  <a:cubicBezTo>
                    <a:pt x="11348" y="2055"/>
                    <a:pt x="11211" y="2238"/>
                    <a:pt x="11097" y="2443"/>
                  </a:cubicBezTo>
                  <a:lnTo>
                    <a:pt x="5345" y="4246"/>
                  </a:lnTo>
                  <a:lnTo>
                    <a:pt x="5596" y="2900"/>
                  </a:lnTo>
                  <a:lnTo>
                    <a:pt x="803" y="2763"/>
                  </a:lnTo>
                  <a:lnTo>
                    <a:pt x="209" y="5661"/>
                  </a:lnTo>
                  <a:cubicBezTo>
                    <a:pt x="0" y="7468"/>
                    <a:pt x="1455" y="8927"/>
                    <a:pt x="3135" y="8927"/>
                  </a:cubicBezTo>
                  <a:cubicBezTo>
                    <a:pt x="3471" y="8927"/>
                    <a:pt x="3816" y="8868"/>
                    <a:pt x="4158" y="8743"/>
                  </a:cubicBezTo>
                  <a:lnTo>
                    <a:pt x="12330" y="5502"/>
                  </a:lnTo>
                  <a:cubicBezTo>
                    <a:pt x="12381" y="5507"/>
                    <a:pt x="12432" y="5510"/>
                    <a:pt x="12483" y="5510"/>
                  </a:cubicBezTo>
                  <a:cubicBezTo>
                    <a:pt x="12633" y="5510"/>
                    <a:pt x="12775" y="5484"/>
                    <a:pt x="12877" y="5433"/>
                  </a:cubicBezTo>
                  <a:lnTo>
                    <a:pt x="15297" y="4383"/>
                  </a:lnTo>
                  <a:cubicBezTo>
                    <a:pt x="15731" y="4223"/>
                    <a:pt x="15936" y="3630"/>
                    <a:pt x="15571" y="3561"/>
                  </a:cubicBezTo>
                  <a:cubicBezTo>
                    <a:pt x="15936" y="3539"/>
                    <a:pt x="16347" y="3356"/>
                    <a:pt x="16256" y="2900"/>
                  </a:cubicBezTo>
                  <a:cubicBezTo>
                    <a:pt x="16233" y="2648"/>
                    <a:pt x="16027" y="2580"/>
                    <a:pt x="15822" y="2580"/>
                  </a:cubicBezTo>
                  <a:cubicBezTo>
                    <a:pt x="16164" y="2534"/>
                    <a:pt x="16484" y="2420"/>
                    <a:pt x="16438" y="2055"/>
                  </a:cubicBezTo>
                  <a:cubicBezTo>
                    <a:pt x="16438" y="1668"/>
                    <a:pt x="16165" y="1572"/>
                    <a:pt x="15880" y="1572"/>
                  </a:cubicBezTo>
                  <a:cubicBezTo>
                    <a:pt x="15845" y="1572"/>
                    <a:pt x="15811" y="1573"/>
                    <a:pt x="15776" y="1576"/>
                  </a:cubicBezTo>
                  <a:cubicBezTo>
                    <a:pt x="16004" y="1507"/>
                    <a:pt x="16187" y="1393"/>
                    <a:pt x="16164" y="1096"/>
                  </a:cubicBezTo>
                  <a:cubicBezTo>
                    <a:pt x="16081" y="733"/>
                    <a:pt x="15837" y="620"/>
                    <a:pt x="15540" y="620"/>
                  </a:cubicBezTo>
                  <a:cubicBezTo>
                    <a:pt x="15184" y="620"/>
                    <a:pt x="14753" y="781"/>
                    <a:pt x="14429" y="868"/>
                  </a:cubicBezTo>
                  <a:cubicBezTo>
                    <a:pt x="14133" y="959"/>
                    <a:pt x="13882" y="1051"/>
                    <a:pt x="13653" y="1142"/>
                  </a:cubicBezTo>
                  <a:cubicBezTo>
                    <a:pt x="13768" y="868"/>
                    <a:pt x="13882" y="594"/>
                    <a:pt x="13882" y="297"/>
                  </a:cubicBezTo>
                  <a:cubicBezTo>
                    <a:pt x="13882" y="206"/>
                    <a:pt x="13882" y="92"/>
                    <a:pt x="13790" y="46"/>
                  </a:cubicBezTo>
                  <a:cubicBezTo>
                    <a:pt x="13745" y="1"/>
                    <a:pt x="13653" y="1"/>
                    <a:pt x="1358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7"/>
            <p:cNvSpPr/>
            <p:nvPr/>
          </p:nvSpPr>
          <p:spPr>
            <a:xfrm flipH="1">
              <a:off x="8629487" y="4429726"/>
              <a:ext cx="85214" cy="308227"/>
            </a:xfrm>
            <a:custGeom>
              <a:rect b="b" l="l" r="r" t="t"/>
              <a:pathLst>
                <a:path extrusionOk="0" h="5205" w="1439">
                  <a:moveTo>
                    <a:pt x="1370" y="0"/>
                  </a:moveTo>
                  <a:cubicBezTo>
                    <a:pt x="1324" y="0"/>
                    <a:pt x="1279" y="23"/>
                    <a:pt x="1279" y="69"/>
                  </a:cubicBezTo>
                  <a:lnTo>
                    <a:pt x="1119" y="3584"/>
                  </a:lnTo>
                  <a:cubicBezTo>
                    <a:pt x="1119" y="3721"/>
                    <a:pt x="1005" y="3812"/>
                    <a:pt x="891" y="3812"/>
                  </a:cubicBezTo>
                  <a:lnTo>
                    <a:pt x="252" y="3812"/>
                  </a:lnTo>
                  <a:lnTo>
                    <a:pt x="1" y="5113"/>
                  </a:lnTo>
                  <a:cubicBezTo>
                    <a:pt x="1" y="5136"/>
                    <a:pt x="23" y="5182"/>
                    <a:pt x="69" y="5204"/>
                  </a:cubicBezTo>
                  <a:lnTo>
                    <a:pt x="92" y="5204"/>
                  </a:lnTo>
                  <a:cubicBezTo>
                    <a:pt x="115" y="5204"/>
                    <a:pt x="160" y="5159"/>
                    <a:pt x="160" y="5136"/>
                  </a:cubicBezTo>
                  <a:lnTo>
                    <a:pt x="389" y="3949"/>
                  </a:lnTo>
                  <a:lnTo>
                    <a:pt x="891" y="3972"/>
                  </a:lnTo>
                  <a:cubicBezTo>
                    <a:pt x="1096" y="3972"/>
                    <a:pt x="1256" y="3812"/>
                    <a:pt x="1256" y="3607"/>
                  </a:cubicBezTo>
                  <a:lnTo>
                    <a:pt x="1439" y="69"/>
                  </a:lnTo>
                  <a:cubicBezTo>
                    <a:pt x="1439" y="23"/>
                    <a:pt x="1393" y="0"/>
                    <a:pt x="1370" y="0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Analiza narzędzi na rynku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740" name="Google Shape;740;p38"/>
          <p:cNvGraphicFramePr/>
          <p:nvPr/>
        </p:nvGraphicFramePr>
        <p:xfrm>
          <a:off x="580025" y="212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{677F7DA3-D2E6-4884-B9DB-FA8115AAEC6A}</a:tableStyleId>
              </a:tblPr>
              <a:tblGrid>
                <a:gridCol w="1709350"/>
                <a:gridCol w="2201550"/>
                <a:gridCol w="2137675"/>
                <a:gridCol w="2009675"/>
              </a:tblGrid>
              <a:tr h="66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730D3F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Tabela excel</a:t>
                      </a:r>
                      <a:endParaRPr>
                        <a:solidFill>
                          <a:srgbClr val="730D3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730D3F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Blog</a:t>
                      </a:r>
                      <a:endParaRPr sz="2000">
                        <a:solidFill>
                          <a:srgbClr val="730D3F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730D3F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Kalendarz</a:t>
                      </a:r>
                      <a:endParaRPr>
                        <a:solidFill>
                          <a:srgbClr val="730D3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41" name="Google Shape;741;p38"/>
          <p:cNvGrpSpPr/>
          <p:nvPr/>
        </p:nvGrpSpPr>
        <p:grpSpPr>
          <a:xfrm>
            <a:off x="5469351" y="2351520"/>
            <a:ext cx="273559" cy="270460"/>
            <a:chOff x="5778658" y="3703488"/>
            <a:chExt cx="312140" cy="308603"/>
          </a:xfrm>
        </p:grpSpPr>
        <p:sp>
          <p:nvSpPr>
            <p:cNvPr id="742" name="Google Shape;742;p38"/>
            <p:cNvSpPr/>
            <p:nvPr/>
          </p:nvSpPr>
          <p:spPr>
            <a:xfrm>
              <a:off x="5784133" y="3708544"/>
              <a:ext cx="301190" cy="298466"/>
            </a:xfrm>
            <a:custGeom>
              <a:rect b="b" l="l" r="r" t="t"/>
              <a:pathLst>
                <a:path extrusionOk="0" h="11394" w="11498">
                  <a:moveTo>
                    <a:pt x="2709" y="1"/>
                  </a:moveTo>
                  <a:cubicBezTo>
                    <a:pt x="2577" y="1"/>
                    <a:pt x="2445" y="51"/>
                    <a:pt x="2344" y="152"/>
                  </a:cubicBezTo>
                  <a:lnTo>
                    <a:pt x="203" y="2294"/>
                  </a:lnTo>
                  <a:cubicBezTo>
                    <a:pt x="0" y="2493"/>
                    <a:pt x="0" y="2822"/>
                    <a:pt x="203" y="3021"/>
                  </a:cubicBezTo>
                  <a:lnTo>
                    <a:pt x="2879" y="5697"/>
                  </a:lnTo>
                  <a:lnTo>
                    <a:pt x="203" y="8373"/>
                  </a:lnTo>
                  <a:cubicBezTo>
                    <a:pt x="0" y="8572"/>
                    <a:pt x="0" y="8901"/>
                    <a:pt x="203" y="9100"/>
                  </a:cubicBezTo>
                  <a:lnTo>
                    <a:pt x="2344" y="11241"/>
                  </a:lnTo>
                  <a:cubicBezTo>
                    <a:pt x="2445" y="11343"/>
                    <a:pt x="2577" y="11393"/>
                    <a:pt x="2709" y="11393"/>
                  </a:cubicBezTo>
                  <a:cubicBezTo>
                    <a:pt x="2841" y="11393"/>
                    <a:pt x="2973" y="11343"/>
                    <a:pt x="3074" y="11241"/>
                  </a:cubicBezTo>
                  <a:lnTo>
                    <a:pt x="5750" y="8569"/>
                  </a:lnTo>
                  <a:lnTo>
                    <a:pt x="8423" y="11241"/>
                  </a:lnTo>
                  <a:cubicBezTo>
                    <a:pt x="8524" y="11343"/>
                    <a:pt x="8656" y="11393"/>
                    <a:pt x="8788" y="11393"/>
                  </a:cubicBezTo>
                  <a:cubicBezTo>
                    <a:pt x="8920" y="11393"/>
                    <a:pt x="9052" y="11343"/>
                    <a:pt x="9153" y="11241"/>
                  </a:cubicBezTo>
                  <a:lnTo>
                    <a:pt x="11295" y="9100"/>
                  </a:lnTo>
                  <a:cubicBezTo>
                    <a:pt x="11497" y="8901"/>
                    <a:pt x="11497" y="8572"/>
                    <a:pt x="11295" y="8373"/>
                  </a:cubicBezTo>
                  <a:lnTo>
                    <a:pt x="8615" y="5697"/>
                  </a:lnTo>
                  <a:lnTo>
                    <a:pt x="11292" y="3021"/>
                  </a:lnTo>
                  <a:cubicBezTo>
                    <a:pt x="11494" y="2822"/>
                    <a:pt x="11494" y="2493"/>
                    <a:pt x="11292" y="2294"/>
                  </a:cubicBezTo>
                  <a:lnTo>
                    <a:pt x="9150" y="152"/>
                  </a:lnTo>
                  <a:cubicBezTo>
                    <a:pt x="9049" y="51"/>
                    <a:pt x="8917" y="1"/>
                    <a:pt x="8785" y="1"/>
                  </a:cubicBezTo>
                  <a:cubicBezTo>
                    <a:pt x="8653" y="1"/>
                    <a:pt x="8521" y="51"/>
                    <a:pt x="8420" y="152"/>
                  </a:cubicBezTo>
                  <a:lnTo>
                    <a:pt x="5750" y="2829"/>
                  </a:lnTo>
                  <a:lnTo>
                    <a:pt x="3074" y="152"/>
                  </a:lnTo>
                  <a:cubicBezTo>
                    <a:pt x="2973" y="51"/>
                    <a:pt x="2841" y="1"/>
                    <a:pt x="2709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8"/>
            <p:cNvSpPr/>
            <p:nvPr/>
          </p:nvSpPr>
          <p:spPr>
            <a:xfrm>
              <a:off x="5887865" y="3703540"/>
              <a:ext cx="202933" cy="308551"/>
            </a:xfrm>
            <a:custGeom>
              <a:rect b="b" l="l" r="r" t="t"/>
              <a:pathLst>
                <a:path extrusionOk="0" h="11779" w="7747">
                  <a:moveTo>
                    <a:pt x="4828" y="1"/>
                  </a:moveTo>
                  <a:cubicBezTo>
                    <a:pt x="4647" y="1"/>
                    <a:pt x="4465" y="69"/>
                    <a:pt x="4326" y="206"/>
                  </a:cubicBezTo>
                  <a:lnTo>
                    <a:pt x="1790" y="2745"/>
                  </a:lnTo>
                  <a:lnTo>
                    <a:pt x="420" y="1375"/>
                  </a:lnTo>
                  <a:cubicBezTo>
                    <a:pt x="377" y="1332"/>
                    <a:pt x="329" y="1314"/>
                    <a:pt x="283" y="1314"/>
                  </a:cubicBezTo>
                  <a:cubicBezTo>
                    <a:pt x="131" y="1314"/>
                    <a:pt x="0" y="1510"/>
                    <a:pt x="142" y="1652"/>
                  </a:cubicBezTo>
                  <a:lnTo>
                    <a:pt x="1650" y="3160"/>
                  </a:lnTo>
                  <a:cubicBezTo>
                    <a:pt x="1688" y="3198"/>
                    <a:pt x="1737" y="3217"/>
                    <a:pt x="1787" y="3217"/>
                  </a:cubicBezTo>
                  <a:cubicBezTo>
                    <a:pt x="1838" y="3217"/>
                    <a:pt x="1888" y="3198"/>
                    <a:pt x="1928" y="3160"/>
                  </a:cubicBezTo>
                  <a:lnTo>
                    <a:pt x="4600" y="484"/>
                  </a:lnTo>
                  <a:cubicBezTo>
                    <a:pt x="4664" y="420"/>
                    <a:pt x="4745" y="389"/>
                    <a:pt x="4827" y="389"/>
                  </a:cubicBezTo>
                  <a:cubicBezTo>
                    <a:pt x="4908" y="389"/>
                    <a:pt x="4989" y="420"/>
                    <a:pt x="5053" y="484"/>
                  </a:cubicBezTo>
                  <a:lnTo>
                    <a:pt x="7195" y="2626"/>
                  </a:lnTo>
                  <a:cubicBezTo>
                    <a:pt x="7318" y="2749"/>
                    <a:pt x="7318" y="2951"/>
                    <a:pt x="7195" y="3074"/>
                  </a:cubicBezTo>
                  <a:lnTo>
                    <a:pt x="4518" y="5751"/>
                  </a:lnTo>
                  <a:cubicBezTo>
                    <a:pt x="4443" y="5826"/>
                    <a:pt x="4443" y="5950"/>
                    <a:pt x="4518" y="6028"/>
                  </a:cubicBezTo>
                  <a:lnTo>
                    <a:pt x="7195" y="8701"/>
                  </a:lnTo>
                  <a:cubicBezTo>
                    <a:pt x="7318" y="8828"/>
                    <a:pt x="7318" y="9027"/>
                    <a:pt x="7195" y="9154"/>
                  </a:cubicBezTo>
                  <a:lnTo>
                    <a:pt x="5053" y="11295"/>
                  </a:lnTo>
                  <a:cubicBezTo>
                    <a:pt x="4989" y="11357"/>
                    <a:pt x="4908" y="11388"/>
                    <a:pt x="4827" y="11388"/>
                  </a:cubicBezTo>
                  <a:cubicBezTo>
                    <a:pt x="4745" y="11388"/>
                    <a:pt x="4664" y="11357"/>
                    <a:pt x="4600" y="11295"/>
                  </a:cubicBezTo>
                  <a:lnTo>
                    <a:pt x="3593" y="10284"/>
                  </a:lnTo>
                  <a:cubicBezTo>
                    <a:pt x="3550" y="10242"/>
                    <a:pt x="3503" y="10225"/>
                    <a:pt x="3457" y="10225"/>
                  </a:cubicBezTo>
                  <a:cubicBezTo>
                    <a:pt x="3306" y="10225"/>
                    <a:pt x="3176" y="10420"/>
                    <a:pt x="3315" y="10562"/>
                  </a:cubicBezTo>
                  <a:lnTo>
                    <a:pt x="4326" y="11569"/>
                  </a:lnTo>
                  <a:cubicBezTo>
                    <a:pt x="4460" y="11703"/>
                    <a:pt x="4638" y="11779"/>
                    <a:pt x="4827" y="11779"/>
                  </a:cubicBezTo>
                  <a:cubicBezTo>
                    <a:pt x="5015" y="11779"/>
                    <a:pt x="5197" y="11703"/>
                    <a:pt x="5327" y="11569"/>
                  </a:cubicBezTo>
                  <a:lnTo>
                    <a:pt x="7469" y="9428"/>
                  </a:lnTo>
                  <a:cubicBezTo>
                    <a:pt x="7746" y="9150"/>
                    <a:pt x="7746" y="8701"/>
                    <a:pt x="7469" y="8427"/>
                  </a:cubicBezTo>
                  <a:lnTo>
                    <a:pt x="4933" y="5888"/>
                  </a:lnTo>
                  <a:lnTo>
                    <a:pt x="7469" y="3352"/>
                  </a:lnTo>
                  <a:cubicBezTo>
                    <a:pt x="7746" y="3074"/>
                    <a:pt x="7746" y="2626"/>
                    <a:pt x="7469" y="2351"/>
                  </a:cubicBezTo>
                  <a:lnTo>
                    <a:pt x="5327" y="206"/>
                  </a:lnTo>
                  <a:cubicBezTo>
                    <a:pt x="5190" y="69"/>
                    <a:pt x="5009" y="1"/>
                    <a:pt x="4828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8"/>
            <p:cNvSpPr/>
            <p:nvPr/>
          </p:nvSpPr>
          <p:spPr>
            <a:xfrm>
              <a:off x="5778658" y="3703488"/>
              <a:ext cx="192533" cy="308603"/>
            </a:xfrm>
            <a:custGeom>
              <a:rect b="b" l="l" r="r" t="t"/>
              <a:pathLst>
                <a:path extrusionOk="0" h="11781" w="7350">
                  <a:moveTo>
                    <a:pt x="2919" y="0"/>
                  </a:moveTo>
                  <a:cubicBezTo>
                    <a:pt x="2737" y="0"/>
                    <a:pt x="2557" y="69"/>
                    <a:pt x="2420" y="208"/>
                  </a:cubicBezTo>
                  <a:lnTo>
                    <a:pt x="278" y="2350"/>
                  </a:lnTo>
                  <a:cubicBezTo>
                    <a:pt x="0" y="2628"/>
                    <a:pt x="0" y="3076"/>
                    <a:pt x="278" y="3354"/>
                  </a:cubicBezTo>
                  <a:lnTo>
                    <a:pt x="2814" y="5890"/>
                  </a:lnTo>
                  <a:lnTo>
                    <a:pt x="278" y="8429"/>
                  </a:lnTo>
                  <a:cubicBezTo>
                    <a:pt x="0" y="8703"/>
                    <a:pt x="0" y="9152"/>
                    <a:pt x="278" y="9430"/>
                  </a:cubicBezTo>
                  <a:lnTo>
                    <a:pt x="2420" y="11571"/>
                  </a:lnTo>
                  <a:cubicBezTo>
                    <a:pt x="2550" y="11705"/>
                    <a:pt x="2731" y="11781"/>
                    <a:pt x="2920" y="11781"/>
                  </a:cubicBezTo>
                  <a:cubicBezTo>
                    <a:pt x="3108" y="11781"/>
                    <a:pt x="3287" y="11705"/>
                    <a:pt x="3420" y="11571"/>
                  </a:cubicBezTo>
                  <a:lnTo>
                    <a:pt x="5956" y="9032"/>
                  </a:lnTo>
                  <a:lnTo>
                    <a:pt x="6933" y="10009"/>
                  </a:lnTo>
                  <a:cubicBezTo>
                    <a:pt x="6976" y="10052"/>
                    <a:pt x="7024" y="10070"/>
                    <a:pt x="7070" y="10070"/>
                  </a:cubicBezTo>
                  <a:cubicBezTo>
                    <a:pt x="7221" y="10070"/>
                    <a:pt x="7349" y="9876"/>
                    <a:pt x="7210" y="9735"/>
                  </a:cubicBezTo>
                  <a:lnTo>
                    <a:pt x="6097" y="8621"/>
                  </a:lnTo>
                  <a:cubicBezTo>
                    <a:pt x="6059" y="8583"/>
                    <a:pt x="6008" y="8564"/>
                    <a:pt x="5958" y="8564"/>
                  </a:cubicBezTo>
                  <a:cubicBezTo>
                    <a:pt x="5907" y="8564"/>
                    <a:pt x="5857" y="8583"/>
                    <a:pt x="5819" y="8621"/>
                  </a:cubicBezTo>
                  <a:lnTo>
                    <a:pt x="3146" y="11297"/>
                  </a:lnTo>
                  <a:cubicBezTo>
                    <a:pt x="3083" y="11359"/>
                    <a:pt x="3000" y="11390"/>
                    <a:pt x="2919" y="11390"/>
                  </a:cubicBezTo>
                  <a:cubicBezTo>
                    <a:pt x="2837" y="11390"/>
                    <a:pt x="2755" y="11359"/>
                    <a:pt x="2694" y="11297"/>
                  </a:cubicBezTo>
                  <a:lnTo>
                    <a:pt x="552" y="9156"/>
                  </a:lnTo>
                  <a:cubicBezTo>
                    <a:pt x="429" y="9029"/>
                    <a:pt x="429" y="8827"/>
                    <a:pt x="552" y="8703"/>
                  </a:cubicBezTo>
                  <a:lnTo>
                    <a:pt x="3228" y="6027"/>
                  </a:lnTo>
                  <a:cubicBezTo>
                    <a:pt x="3304" y="5952"/>
                    <a:pt x="3304" y="5828"/>
                    <a:pt x="3228" y="5753"/>
                  </a:cubicBezTo>
                  <a:lnTo>
                    <a:pt x="552" y="3076"/>
                  </a:lnTo>
                  <a:cubicBezTo>
                    <a:pt x="429" y="2953"/>
                    <a:pt x="429" y="2751"/>
                    <a:pt x="552" y="2628"/>
                  </a:cubicBezTo>
                  <a:lnTo>
                    <a:pt x="2694" y="486"/>
                  </a:lnTo>
                  <a:cubicBezTo>
                    <a:pt x="2755" y="422"/>
                    <a:pt x="2837" y="391"/>
                    <a:pt x="2919" y="391"/>
                  </a:cubicBezTo>
                  <a:cubicBezTo>
                    <a:pt x="3000" y="391"/>
                    <a:pt x="3083" y="422"/>
                    <a:pt x="3146" y="486"/>
                  </a:cubicBezTo>
                  <a:lnTo>
                    <a:pt x="3759" y="1103"/>
                  </a:lnTo>
                  <a:cubicBezTo>
                    <a:pt x="3802" y="1145"/>
                    <a:pt x="3850" y="1162"/>
                    <a:pt x="3896" y="1162"/>
                  </a:cubicBezTo>
                  <a:cubicBezTo>
                    <a:pt x="4048" y="1162"/>
                    <a:pt x="4179" y="967"/>
                    <a:pt x="4037" y="825"/>
                  </a:cubicBezTo>
                  <a:lnTo>
                    <a:pt x="3420" y="208"/>
                  </a:lnTo>
                  <a:cubicBezTo>
                    <a:pt x="3281" y="69"/>
                    <a:pt x="3100" y="0"/>
                    <a:pt x="2919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5" name="Google Shape;745;p38"/>
          <p:cNvGrpSpPr/>
          <p:nvPr/>
        </p:nvGrpSpPr>
        <p:grpSpPr>
          <a:xfrm>
            <a:off x="5436784" y="3008036"/>
            <a:ext cx="338689" cy="252025"/>
            <a:chOff x="5197967" y="3714018"/>
            <a:chExt cx="386455" cy="287569"/>
          </a:xfrm>
        </p:grpSpPr>
        <p:sp>
          <p:nvSpPr>
            <p:cNvPr id="746" name="Google Shape;746;p38"/>
            <p:cNvSpPr/>
            <p:nvPr/>
          </p:nvSpPr>
          <p:spPr>
            <a:xfrm>
              <a:off x="5204595" y="3720148"/>
              <a:ext cx="373200" cy="275336"/>
            </a:xfrm>
            <a:custGeom>
              <a:rect b="b" l="l" r="r" t="t"/>
              <a:pathLst>
                <a:path extrusionOk="0" h="10511" w="14247">
                  <a:moveTo>
                    <a:pt x="12053" y="1"/>
                  </a:moveTo>
                  <a:lnTo>
                    <a:pt x="5600" y="6450"/>
                  </a:lnTo>
                  <a:cubicBezTo>
                    <a:pt x="5515" y="6537"/>
                    <a:pt x="5401" y="6581"/>
                    <a:pt x="5287" y="6581"/>
                  </a:cubicBezTo>
                  <a:cubicBezTo>
                    <a:pt x="5173" y="6581"/>
                    <a:pt x="5059" y="6537"/>
                    <a:pt x="4973" y="6450"/>
                  </a:cubicBezTo>
                  <a:lnTo>
                    <a:pt x="2194" y="3674"/>
                  </a:lnTo>
                  <a:lnTo>
                    <a:pt x="1" y="5867"/>
                  </a:lnTo>
                  <a:lnTo>
                    <a:pt x="4188" y="10055"/>
                  </a:lnTo>
                  <a:cubicBezTo>
                    <a:pt x="4480" y="10346"/>
                    <a:pt x="4874" y="10511"/>
                    <a:pt x="5288" y="10511"/>
                  </a:cubicBezTo>
                  <a:cubicBezTo>
                    <a:pt x="5700" y="10511"/>
                    <a:pt x="6094" y="10346"/>
                    <a:pt x="6385" y="10055"/>
                  </a:cubicBezTo>
                  <a:lnTo>
                    <a:pt x="14246" y="2194"/>
                  </a:lnTo>
                  <a:lnTo>
                    <a:pt x="120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8"/>
            <p:cNvSpPr/>
            <p:nvPr/>
          </p:nvSpPr>
          <p:spPr>
            <a:xfrm>
              <a:off x="5197967" y="3810259"/>
              <a:ext cx="323299" cy="191328"/>
            </a:xfrm>
            <a:custGeom>
              <a:rect b="b" l="l" r="r" t="t"/>
              <a:pathLst>
                <a:path extrusionOk="0" h="7304" w="12342">
                  <a:moveTo>
                    <a:pt x="2449" y="0"/>
                  </a:moveTo>
                  <a:cubicBezTo>
                    <a:pt x="2390" y="0"/>
                    <a:pt x="2331" y="23"/>
                    <a:pt x="2286" y="70"/>
                  </a:cubicBezTo>
                  <a:lnTo>
                    <a:pt x="89" y="2263"/>
                  </a:lnTo>
                  <a:cubicBezTo>
                    <a:pt x="0" y="2352"/>
                    <a:pt x="0" y="2499"/>
                    <a:pt x="89" y="2592"/>
                  </a:cubicBezTo>
                  <a:lnTo>
                    <a:pt x="4280" y="6779"/>
                  </a:lnTo>
                  <a:cubicBezTo>
                    <a:pt x="4613" y="7115"/>
                    <a:pt x="5065" y="7304"/>
                    <a:pt x="5541" y="7304"/>
                  </a:cubicBezTo>
                  <a:cubicBezTo>
                    <a:pt x="6014" y="7304"/>
                    <a:pt x="6470" y="7115"/>
                    <a:pt x="6803" y="6779"/>
                  </a:cubicBezTo>
                  <a:lnTo>
                    <a:pt x="12176" y="1410"/>
                  </a:lnTo>
                  <a:cubicBezTo>
                    <a:pt x="12341" y="1241"/>
                    <a:pt x="12186" y="1008"/>
                    <a:pt x="12007" y="1008"/>
                  </a:cubicBezTo>
                  <a:cubicBezTo>
                    <a:pt x="11953" y="1008"/>
                    <a:pt x="11897" y="1030"/>
                    <a:pt x="11847" y="1081"/>
                  </a:cubicBezTo>
                  <a:lnTo>
                    <a:pt x="6474" y="6450"/>
                  </a:lnTo>
                  <a:cubicBezTo>
                    <a:pt x="6215" y="6707"/>
                    <a:pt x="5877" y="6836"/>
                    <a:pt x="5540" y="6836"/>
                  </a:cubicBezTo>
                  <a:cubicBezTo>
                    <a:pt x="5203" y="6836"/>
                    <a:pt x="4866" y="6707"/>
                    <a:pt x="4609" y="6450"/>
                  </a:cubicBezTo>
                  <a:lnTo>
                    <a:pt x="586" y="2427"/>
                  </a:lnTo>
                  <a:lnTo>
                    <a:pt x="2451" y="563"/>
                  </a:lnTo>
                  <a:lnTo>
                    <a:pt x="3108" y="1221"/>
                  </a:lnTo>
                  <a:cubicBezTo>
                    <a:pt x="3159" y="1272"/>
                    <a:pt x="3216" y="1293"/>
                    <a:pt x="3271" y="1293"/>
                  </a:cubicBezTo>
                  <a:cubicBezTo>
                    <a:pt x="3451" y="1293"/>
                    <a:pt x="3606" y="1060"/>
                    <a:pt x="3437" y="892"/>
                  </a:cubicBezTo>
                  <a:lnTo>
                    <a:pt x="2615" y="70"/>
                  </a:lnTo>
                  <a:cubicBezTo>
                    <a:pt x="2569" y="23"/>
                    <a:pt x="2509" y="0"/>
                    <a:pt x="2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8"/>
            <p:cNvSpPr/>
            <p:nvPr/>
          </p:nvSpPr>
          <p:spPr>
            <a:xfrm>
              <a:off x="5292217" y="3714018"/>
              <a:ext cx="292205" cy="184622"/>
            </a:xfrm>
            <a:custGeom>
              <a:rect b="b" l="l" r="r" t="t"/>
              <a:pathLst>
                <a:path extrusionOk="0" h="7048" w="11155">
                  <a:moveTo>
                    <a:pt x="8706" y="1"/>
                  </a:moveTo>
                  <a:cubicBezTo>
                    <a:pt x="8646" y="1"/>
                    <a:pt x="8586" y="24"/>
                    <a:pt x="8540" y="70"/>
                  </a:cubicBezTo>
                  <a:lnTo>
                    <a:pt x="2091" y="6519"/>
                  </a:lnTo>
                  <a:cubicBezTo>
                    <a:pt x="2050" y="6560"/>
                    <a:pt x="1996" y="6581"/>
                    <a:pt x="1942" y="6581"/>
                  </a:cubicBezTo>
                  <a:cubicBezTo>
                    <a:pt x="1888" y="6581"/>
                    <a:pt x="1834" y="6560"/>
                    <a:pt x="1793" y="6519"/>
                  </a:cubicBezTo>
                  <a:lnTo>
                    <a:pt x="497" y="5224"/>
                  </a:lnTo>
                  <a:cubicBezTo>
                    <a:pt x="446" y="5173"/>
                    <a:pt x="390" y="5152"/>
                    <a:pt x="335" y="5152"/>
                  </a:cubicBezTo>
                  <a:cubicBezTo>
                    <a:pt x="155" y="5152"/>
                    <a:pt x="0" y="5385"/>
                    <a:pt x="168" y="5553"/>
                  </a:cubicBezTo>
                  <a:lnTo>
                    <a:pt x="1464" y="6848"/>
                  </a:lnTo>
                  <a:cubicBezTo>
                    <a:pt x="1591" y="6975"/>
                    <a:pt x="1762" y="7047"/>
                    <a:pt x="1943" y="7047"/>
                  </a:cubicBezTo>
                  <a:cubicBezTo>
                    <a:pt x="2122" y="7047"/>
                    <a:pt x="2293" y="6975"/>
                    <a:pt x="2423" y="6848"/>
                  </a:cubicBezTo>
                  <a:lnTo>
                    <a:pt x="8708" y="564"/>
                  </a:lnTo>
                  <a:lnTo>
                    <a:pt x="10572" y="2428"/>
                  </a:lnTo>
                  <a:lnTo>
                    <a:pt x="8903" y="4097"/>
                  </a:lnTo>
                  <a:cubicBezTo>
                    <a:pt x="8735" y="4265"/>
                    <a:pt x="8890" y="4498"/>
                    <a:pt x="9070" y="4498"/>
                  </a:cubicBezTo>
                  <a:cubicBezTo>
                    <a:pt x="9124" y="4498"/>
                    <a:pt x="9181" y="4477"/>
                    <a:pt x="9232" y="4426"/>
                  </a:cubicBezTo>
                  <a:lnTo>
                    <a:pt x="11066" y="2592"/>
                  </a:lnTo>
                  <a:cubicBezTo>
                    <a:pt x="11155" y="2500"/>
                    <a:pt x="11155" y="2356"/>
                    <a:pt x="11066" y="2263"/>
                  </a:cubicBezTo>
                  <a:lnTo>
                    <a:pt x="8869" y="70"/>
                  </a:lnTo>
                  <a:cubicBezTo>
                    <a:pt x="8824" y="24"/>
                    <a:pt x="8765" y="1"/>
                    <a:pt x="8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9" name="Google Shape;749;p38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38"/>
          <p:cNvSpPr txBox="1"/>
          <p:nvPr/>
        </p:nvSpPr>
        <p:spPr>
          <a:xfrm>
            <a:off x="2374375" y="1636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rPr>
              <a:t>Gromadzenie danych</a:t>
            </a:r>
            <a:endParaRPr/>
          </a:p>
        </p:txBody>
      </p:sp>
      <p:sp>
        <p:nvSpPr>
          <p:cNvPr id="751" name="Google Shape;751;p38"/>
          <p:cNvSpPr txBox="1"/>
          <p:nvPr/>
        </p:nvSpPr>
        <p:spPr>
          <a:xfrm>
            <a:off x="4708825" y="1636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rPr>
              <a:t>Rady ekspertów</a:t>
            </a:r>
            <a:endParaRPr/>
          </a:p>
        </p:txBody>
      </p:sp>
      <p:sp>
        <p:nvSpPr>
          <p:cNvPr id="752" name="Google Shape;752;p38"/>
          <p:cNvSpPr txBox="1"/>
          <p:nvPr/>
        </p:nvSpPr>
        <p:spPr>
          <a:xfrm>
            <a:off x="6914725" y="1636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rPr>
              <a:t>Powiadomienia</a:t>
            </a:r>
            <a:endParaRPr/>
          </a:p>
        </p:txBody>
      </p:sp>
      <p:grpSp>
        <p:nvGrpSpPr>
          <p:cNvPr id="753" name="Google Shape;753;p38"/>
          <p:cNvGrpSpPr/>
          <p:nvPr/>
        </p:nvGrpSpPr>
        <p:grpSpPr>
          <a:xfrm>
            <a:off x="7473734" y="3698886"/>
            <a:ext cx="338689" cy="252025"/>
            <a:chOff x="5197967" y="3714018"/>
            <a:chExt cx="386455" cy="287569"/>
          </a:xfrm>
        </p:grpSpPr>
        <p:sp>
          <p:nvSpPr>
            <p:cNvPr id="754" name="Google Shape;754;p38"/>
            <p:cNvSpPr/>
            <p:nvPr/>
          </p:nvSpPr>
          <p:spPr>
            <a:xfrm>
              <a:off x="5204595" y="3720148"/>
              <a:ext cx="373200" cy="275336"/>
            </a:xfrm>
            <a:custGeom>
              <a:rect b="b" l="l" r="r" t="t"/>
              <a:pathLst>
                <a:path extrusionOk="0" h="10511" w="14247">
                  <a:moveTo>
                    <a:pt x="12053" y="1"/>
                  </a:moveTo>
                  <a:lnTo>
                    <a:pt x="5600" y="6450"/>
                  </a:lnTo>
                  <a:cubicBezTo>
                    <a:pt x="5515" y="6537"/>
                    <a:pt x="5401" y="6581"/>
                    <a:pt x="5287" y="6581"/>
                  </a:cubicBezTo>
                  <a:cubicBezTo>
                    <a:pt x="5173" y="6581"/>
                    <a:pt x="5059" y="6537"/>
                    <a:pt x="4973" y="6450"/>
                  </a:cubicBezTo>
                  <a:lnTo>
                    <a:pt x="2194" y="3674"/>
                  </a:lnTo>
                  <a:lnTo>
                    <a:pt x="1" y="5867"/>
                  </a:lnTo>
                  <a:lnTo>
                    <a:pt x="4188" y="10055"/>
                  </a:lnTo>
                  <a:cubicBezTo>
                    <a:pt x="4480" y="10346"/>
                    <a:pt x="4874" y="10511"/>
                    <a:pt x="5288" y="10511"/>
                  </a:cubicBezTo>
                  <a:cubicBezTo>
                    <a:pt x="5700" y="10511"/>
                    <a:pt x="6094" y="10346"/>
                    <a:pt x="6385" y="10055"/>
                  </a:cubicBezTo>
                  <a:lnTo>
                    <a:pt x="14246" y="2194"/>
                  </a:lnTo>
                  <a:lnTo>
                    <a:pt x="120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8"/>
            <p:cNvSpPr/>
            <p:nvPr/>
          </p:nvSpPr>
          <p:spPr>
            <a:xfrm>
              <a:off x="5197967" y="3810259"/>
              <a:ext cx="323299" cy="191328"/>
            </a:xfrm>
            <a:custGeom>
              <a:rect b="b" l="l" r="r" t="t"/>
              <a:pathLst>
                <a:path extrusionOk="0" h="7304" w="12342">
                  <a:moveTo>
                    <a:pt x="2449" y="0"/>
                  </a:moveTo>
                  <a:cubicBezTo>
                    <a:pt x="2390" y="0"/>
                    <a:pt x="2331" y="23"/>
                    <a:pt x="2286" y="70"/>
                  </a:cubicBezTo>
                  <a:lnTo>
                    <a:pt x="89" y="2263"/>
                  </a:lnTo>
                  <a:cubicBezTo>
                    <a:pt x="0" y="2352"/>
                    <a:pt x="0" y="2499"/>
                    <a:pt x="89" y="2592"/>
                  </a:cubicBezTo>
                  <a:lnTo>
                    <a:pt x="4280" y="6779"/>
                  </a:lnTo>
                  <a:cubicBezTo>
                    <a:pt x="4613" y="7115"/>
                    <a:pt x="5065" y="7304"/>
                    <a:pt x="5541" y="7304"/>
                  </a:cubicBezTo>
                  <a:cubicBezTo>
                    <a:pt x="6014" y="7304"/>
                    <a:pt x="6470" y="7115"/>
                    <a:pt x="6803" y="6779"/>
                  </a:cubicBezTo>
                  <a:lnTo>
                    <a:pt x="12176" y="1410"/>
                  </a:lnTo>
                  <a:cubicBezTo>
                    <a:pt x="12341" y="1241"/>
                    <a:pt x="12186" y="1008"/>
                    <a:pt x="12007" y="1008"/>
                  </a:cubicBezTo>
                  <a:cubicBezTo>
                    <a:pt x="11953" y="1008"/>
                    <a:pt x="11897" y="1030"/>
                    <a:pt x="11847" y="1081"/>
                  </a:cubicBezTo>
                  <a:lnTo>
                    <a:pt x="6474" y="6450"/>
                  </a:lnTo>
                  <a:cubicBezTo>
                    <a:pt x="6215" y="6707"/>
                    <a:pt x="5877" y="6836"/>
                    <a:pt x="5540" y="6836"/>
                  </a:cubicBezTo>
                  <a:cubicBezTo>
                    <a:pt x="5203" y="6836"/>
                    <a:pt x="4866" y="6707"/>
                    <a:pt x="4609" y="6450"/>
                  </a:cubicBezTo>
                  <a:lnTo>
                    <a:pt x="586" y="2427"/>
                  </a:lnTo>
                  <a:lnTo>
                    <a:pt x="2451" y="563"/>
                  </a:lnTo>
                  <a:lnTo>
                    <a:pt x="3108" y="1221"/>
                  </a:lnTo>
                  <a:cubicBezTo>
                    <a:pt x="3159" y="1272"/>
                    <a:pt x="3216" y="1293"/>
                    <a:pt x="3271" y="1293"/>
                  </a:cubicBezTo>
                  <a:cubicBezTo>
                    <a:pt x="3451" y="1293"/>
                    <a:pt x="3606" y="1060"/>
                    <a:pt x="3437" y="892"/>
                  </a:cubicBezTo>
                  <a:lnTo>
                    <a:pt x="2615" y="70"/>
                  </a:lnTo>
                  <a:cubicBezTo>
                    <a:pt x="2569" y="23"/>
                    <a:pt x="2509" y="0"/>
                    <a:pt x="2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8"/>
            <p:cNvSpPr/>
            <p:nvPr/>
          </p:nvSpPr>
          <p:spPr>
            <a:xfrm>
              <a:off x="5292217" y="3714018"/>
              <a:ext cx="292205" cy="184622"/>
            </a:xfrm>
            <a:custGeom>
              <a:rect b="b" l="l" r="r" t="t"/>
              <a:pathLst>
                <a:path extrusionOk="0" h="7048" w="11155">
                  <a:moveTo>
                    <a:pt x="8706" y="1"/>
                  </a:moveTo>
                  <a:cubicBezTo>
                    <a:pt x="8646" y="1"/>
                    <a:pt x="8586" y="24"/>
                    <a:pt x="8540" y="70"/>
                  </a:cubicBezTo>
                  <a:lnTo>
                    <a:pt x="2091" y="6519"/>
                  </a:lnTo>
                  <a:cubicBezTo>
                    <a:pt x="2050" y="6560"/>
                    <a:pt x="1996" y="6581"/>
                    <a:pt x="1942" y="6581"/>
                  </a:cubicBezTo>
                  <a:cubicBezTo>
                    <a:pt x="1888" y="6581"/>
                    <a:pt x="1834" y="6560"/>
                    <a:pt x="1793" y="6519"/>
                  </a:cubicBezTo>
                  <a:lnTo>
                    <a:pt x="497" y="5224"/>
                  </a:lnTo>
                  <a:cubicBezTo>
                    <a:pt x="446" y="5173"/>
                    <a:pt x="390" y="5152"/>
                    <a:pt x="335" y="5152"/>
                  </a:cubicBezTo>
                  <a:cubicBezTo>
                    <a:pt x="155" y="5152"/>
                    <a:pt x="0" y="5385"/>
                    <a:pt x="168" y="5553"/>
                  </a:cubicBezTo>
                  <a:lnTo>
                    <a:pt x="1464" y="6848"/>
                  </a:lnTo>
                  <a:cubicBezTo>
                    <a:pt x="1591" y="6975"/>
                    <a:pt x="1762" y="7047"/>
                    <a:pt x="1943" y="7047"/>
                  </a:cubicBezTo>
                  <a:cubicBezTo>
                    <a:pt x="2122" y="7047"/>
                    <a:pt x="2293" y="6975"/>
                    <a:pt x="2423" y="6848"/>
                  </a:cubicBezTo>
                  <a:lnTo>
                    <a:pt x="8708" y="564"/>
                  </a:lnTo>
                  <a:lnTo>
                    <a:pt x="10572" y="2428"/>
                  </a:lnTo>
                  <a:lnTo>
                    <a:pt x="8903" y="4097"/>
                  </a:lnTo>
                  <a:cubicBezTo>
                    <a:pt x="8735" y="4265"/>
                    <a:pt x="8890" y="4498"/>
                    <a:pt x="9070" y="4498"/>
                  </a:cubicBezTo>
                  <a:cubicBezTo>
                    <a:pt x="9124" y="4498"/>
                    <a:pt x="9181" y="4477"/>
                    <a:pt x="9232" y="4426"/>
                  </a:cubicBezTo>
                  <a:lnTo>
                    <a:pt x="11066" y="2592"/>
                  </a:lnTo>
                  <a:cubicBezTo>
                    <a:pt x="11155" y="2500"/>
                    <a:pt x="11155" y="2356"/>
                    <a:pt x="11066" y="2263"/>
                  </a:cubicBezTo>
                  <a:lnTo>
                    <a:pt x="8869" y="70"/>
                  </a:lnTo>
                  <a:cubicBezTo>
                    <a:pt x="8824" y="24"/>
                    <a:pt x="8765" y="1"/>
                    <a:pt x="8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38"/>
          <p:cNvGrpSpPr/>
          <p:nvPr/>
        </p:nvGrpSpPr>
        <p:grpSpPr>
          <a:xfrm>
            <a:off x="3247784" y="2360749"/>
            <a:ext cx="338689" cy="252025"/>
            <a:chOff x="5197967" y="3714018"/>
            <a:chExt cx="386455" cy="287569"/>
          </a:xfrm>
        </p:grpSpPr>
        <p:sp>
          <p:nvSpPr>
            <p:cNvPr id="758" name="Google Shape;758;p38"/>
            <p:cNvSpPr/>
            <p:nvPr/>
          </p:nvSpPr>
          <p:spPr>
            <a:xfrm>
              <a:off x="5204595" y="3720148"/>
              <a:ext cx="373200" cy="275336"/>
            </a:xfrm>
            <a:custGeom>
              <a:rect b="b" l="l" r="r" t="t"/>
              <a:pathLst>
                <a:path extrusionOk="0" h="10511" w="14247">
                  <a:moveTo>
                    <a:pt x="12053" y="1"/>
                  </a:moveTo>
                  <a:lnTo>
                    <a:pt x="5600" y="6450"/>
                  </a:lnTo>
                  <a:cubicBezTo>
                    <a:pt x="5515" y="6537"/>
                    <a:pt x="5401" y="6581"/>
                    <a:pt x="5287" y="6581"/>
                  </a:cubicBezTo>
                  <a:cubicBezTo>
                    <a:pt x="5173" y="6581"/>
                    <a:pt x="5059" y="6537"/>
                    <a:pt x="4973" y="6450"/>
                  </a:cubicBezTo>
                  <a:lnTo>
                    <a:pt x="2194" y="3674"/>
                  </a:lnTo>
                  <a:lnTo>
                    <a:pt x="1" y="5867"/>
                  </a:lnTo>
                  <a:lnTo>
                    <a:pt x="4188" y="10055"/>
                  </a:lnTo>
                  <a:cubicBezTo>
                    <a:pt x="4480" y="10346"/>
                    <a:pt x="4874" y="10511"/>
                    <a:pt x="5288" y="10511"/>
                  </a:cubicBezTo>
                  <a:cubicBezTo>
                    <a:pt x="5700" y="10511"/>
                    <a:pt x="6094" y="10346"/>
                    <a:pt x="6385" y="10055"/>
                  </a:cubicBezTo>
                  <a:lnTo>
                    <a:pt x="14246" y="2194"/>
                  </a:lnTo>
                  <a:lnTo>
                    <a:pt x="120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8"/>
            <p:cNvSpPr/>
            <p:nvPr/>
          </p:nvSpPr>
          <p:spPr>
            <a:xfrm>
              <a:off x="5197967" y="3810259"/>
              <a:ext cx="323299" cy="191328"/>
            </a:xfrm>
            <a:custGeom>
              <a:rect b="b" l="l" r="r" t="t"/>
              <a:pathLst>
                <a:path extrusionOk="0" h="7304" w="12342">
                  <a:moveTo>
                    <a:pt x="2449" y="0"/>
                  </a:moveTo>
                  <a:cubicBezTo>
                    <a:pt x="2390" y="0"/>
                    <a:pt x="2331" y="23"/>
                    <a:pt x="2286" y="70"/>
                  </a:cubicBezTo>
                  <a:lnTo>
                    <a:pt x="89" y="2263"/>
                  </a:lnTo>
                  <a:cubicBezTo>
                    <a:pt x="0" y="2352"/>
                    <a:pt x="0" y="2499"/>
                    <a:pt x="89" y="2592"/>
                  </a:cubicBezTo>
                  <a:lnTo>
                    <a:pt x="4280" y="6779"/>
                  </a:lnTo>
                  <a:cubicBezTo>
                    <a:pt x="4613" y="7115"/>
                    <a:pt x="5065" y="7304"/>
                    <a:pt x="5541" y="7304"/>
                  </a:cubicBezTo>
                  <a:cubicBezTo>
                    <a:pt x="6014" y="7304"/>
                    <a:pt x="6470" y="7115"/>
                    <a:pt x="6803" y="6779"/>
                  </a:cubicBezTo>
                  <a:lnTo>
                    <a:pt x="12176" y="1410"/>
                  </a:lnTo>
                  <a:cubicBezTo>
                    <a:pt x="12341" y="1241"/>
                    <a:pt x="12186" y="1008"/>
                    <a:pt x="12007" y="1008"/>
                  </a:cubicBezTo>
                  <a:cubicBezTo>
                    <a:pt x="11953" y="1008"/>
                    <a:pt x="11897" y="1030"/>
                    <a:pt x="11847" y="1081"/>
                  </a:cubicBezTo>
                  <a:lnTo>
                    <a:pt x="6474" y="6450"/>
                  </a:lnTo>
                  <a:cubicBezTo>
                    <a:pt x="6215" y="6707"/>
                    <a:pt x="5877" y="6836"/>
                    <a:pt x="5540" y="6836"/>
                  </a:cubicBezTo>
                  <a:cubicBezTo>
                    <a:pt x="5203" y="6836"/>
                    <a:pt x="4866" y="6707"/>
                    <a:pt x="4609" y="6450"/>
                  </a:cubicBezTo>
                  <a:lnTo>
                    <a:pt x="586" y="2427"/>
                  </a:lnTo>
                  <a:lnTo>
                    <a:pt x="2451" y="563"/>
                  </a:lnTo>
                  <a:lnTo>
                    <a:pt x="3108" y="1221"/>
                  </a:lnTo>
                  <a:cubicBezTo>
                    <a:pt x="3159" y="1272"/>
                    <a:pt x="3216" y="1293"/>
                    <a:pt x="3271" y="1293"/>
                  </a:cubicBezTo>
                  <a:cubicBezTo>
                    <a:pt x="3451" y="1293"/>
                    <a:pt x="3606" y="1060"/>
                    <a:pt x="3437" y="892"/>
                  </a:cubicBezTo>
                  <a:lnTo>
                    <a:pt x="2615" y="70"/>
                  </a:lnTo>
                  <a:cubicBezTo>
                    <a:pt x="2569" y="23"/>
                    <a:pt x="2509" y="0"/>
                    <a:pt x="2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8"/>
            <p:cNvSpPr/>
            <p:nvPr/>
          </p:nvSpPr>
          <p:spPr>
            <a:xfrm>
              <a:off x="5292217" y="3714018"/>
              <a:ext cx="292205" cy="184622"/>
            </a:xfrm>
            <a:custGeom>
              <a:rect b="b" l="l" r="r" t="t"/>
              <a:pathLst>
                <a:path extrusionOk="0" h="7048" w="11155">
                  <a:moveTo>
                    <a:pt x="8706" y="1"/>
                  </a:moveTo>
                  <a:cubicBezTo>
                    <a:pt x="8646" y="1"/>
                    <a:pt x="8586" y="24"/>
                    <a:pt x="8540" y="70"/>
                  </a:cubicBezTo>
                  <a:lnTo>
                    <a:pt x="2091" y="6519"/>
                  </a:lnTo>
                  <a:cubicBezTo>
                    <a:pt x="2050" y="6560"/>
                    <a:pt x="1996" y="6581"/>
                    <a:pt x="1942" y="6581"/>
                  </a:cubicBezTo>
                  <a:cubicBezTo>
                    <a:pt x="1888" y="6581"/>
                    <a:pt x="1834" y="6560"/>
                    <a:pt x="1793" y="6519"/>
                  </a:cubicBezTo>
                  <a:lnTo>
                    <a:pt x="497" y="5224"/>
                  </a:lnTo>
                  <a:cubicBezTo>
                    <a:pt x="446" y="5173"/>
                    <a:pt x="390" y="5152"/>
                    <a:pt x="335" y="5152"/>
                  </a:cubicBezTo>
                  <a:cubicBezTo>
                    <a:pt x="155" y="5152"/>
                    <a:pt x="0" y="5385"/>
                    <a:pt x="168" y="5553"/>
                  </a:cubicBezTo>
                  <a:lnTo>
                    <a:pt x="1464" y="6848"/>
                  </a:lnTo>
                  <a:cubicBezTo>
                    <a:pt x="1591" y="6975"/>
                    <a:pt x="1762" y="7047"/>
                    <a:pt x="1943" y="7047"/>
                  </a:cubicBezTo>
                  <a:cubicBezTo>
                    <a:pt x="2122" y="7047"/>
                    <a:pt x="2293" y="6975"/>
                    <a:pt x="2423" y="6848"/>
                  </a:cubicBezTo>
                  <a:lnTo>
                    <a:pt x="8708" y="564"/>
                  </a:lnTo>
                  <a:lnTo>
                    <a:pt x="10572" y="2428"/>
                  </a:lnTo>
                  <a:lnTo>
                    <a:pt x="8903" y="4097"/>
                  </a:lnTo>
                  <a:cubicBezTo>
                    <a:pt x="8735" y="4265"/>
                    <a:pt x="8890" y="4498"/>
                    <a:pt x="9070" y="4498"/>
                  </a:cubicBezTo>
                  <a:cubicBezTo>
                    <a:pt x="9124" y="4498"/>
                    <a:pt x="9181" y="4477"/>
                    <a:pt x="9232" y="4426"/>
                  </a:cubicBezTo>
                  <a:lnTo>
                    <a:pt x="11066" y="2592"/>
                  </a:lnTo>
                  <a:cubicBezTo>
                    <a:pt x="11155" y="2500"/>
                    <a:pt x="11155" y="2356"/>
                    <a:pt x="11066" y="2263"/>
                  </a:cubicBezTo>
                  <a:lnTo>
                    <a:pt x="8869" y="70"/>
                  </a:lnTo>
                  <a:cubicBezTo>
                    <a:pt x="8824" y="24"/>
                    <a:pt x="8765" y="1"/>
                    <a:pt x="8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1" name="Google Shape;761;p38"/>
          <p:cNvGrpSpPr/>
          <p:nvPr/>
        </p:nvGrpSpPr>
        <p:grpSpPr>
          <a:xfrm>
            <a:off x="7506301" y="2351532"/>
            <a:ext cx="273559" cy="270460"/>
            <a:chOff x="5778658" y="3703488"/>
            <a:chExt cx="312140" cy="308603"/>
          </a:xfrm>
        </p:grpSpPr>
        <p:sp>
          <p:nvSpPr>
            <p:cNvPr id="762" name="Google Shape;762;p38"/>
            <p:cNvSpPr/>
            <p:nvPr/>
          </p:nvSpPr>
          <p:spPr>
            <a:xfrm>
              <a:off x="5784133" y="3708544"/>
              <a:ext cx="301190" cy="298466"/>
            </a:xfrm>
            <a:custGeom>
              <a:rect b="b" l="l" r="r" t="t"/>
              <a:pathLst>
                <a:path extrusionOk="0" h="11394" w="11498">
                  <a:moveTo>
                    <a:pt x="2709" y="1"/>
                  </a:moveTo>
                  <a:cubicBezTo>
                    <a:pt x="2577" y="1"/>
                    <a:pt x="2445" y="51"/>
                    <a:pt x="2344" y="152"/>
                  </a:cubicBezTo>
                  <a:lnTo>
                    <a:pt x="203" y="2294"/>
                  </a:lnTo>
                  <a:cubicBezTo>
                    <a:pt x="0" y="2493"/>
                    <a:pt x="0" y="2822"/>
                    <a:pt x="203" y="3021"/>
                  </a:cubicBezTo>
                  <a:lnTo>
                    <a:pt x="2879" y="5697"/>
                  </a:lnTo>
                  <a:lnTo>
                    <a:pt x="203" y="8373"/>
                  </a:lnTo>
                  <a:cubicBezTo>
                    <a:pt x="0" y="8572"/>
                    <a:pt x="0" y="8901"/>
                    <a:pt x="203" y="9100"/>
                  </a:cubicBezTo>
                  <a:lnTo>
                    <a:pt x="2344" y="11241"/>
                  </a:lnTo>
                  <a:cubicBezTo>
                    <a:pt x="2445" y="11343"/>
                    <a:pt x="2577" y="11393"/>
                    <a:pt x="2709" y="11393"/>
                  </a:cubicBezTo>
                  <a:cubicBezTo>
                    <a:pt x="2841" y="11393"/>
                    <a:pt x="2973" y="11343"/>
                    <a:pt x="3074" y="11241"/>
                  </a:cubicBezTo>
                  <a:lnTo>
                    <a:pt x="5750" y="8569"/>
                  </a:lnTo>
                  <a:lnTo>
                    <a:pt x="8423" y="11241"/>
                  </a:lnTo>
                  <a:cubicBezTo>
                    <a:pt x="8524" y="11343"/>
                    <a:pt x="8656" y="11393"/>
                    <a:pt x="8788" y="11393"/>
                  </a:cubicBezTo>
                  <a:cubicBezTo>
                    <a:pt x="8920" y="11393"/>
                    <a:pt x="9052" y="11343"/>
                    <a:pt x="9153" y="11241"/>
                  </a:cubicBezTo>
                  <a:lnTo>
                    <a:pt x="11295" y="9100"/>
                  </a:lnTo>
                  <a:cubicBezTo>
                    <a:pt x="11497" y="8901"/>
                    <a:pt x="11497" y="8572"/>
                    <a:pt x="11295" y="8373"/>
                  </a:cubicBezTo>
                  <a:lnTo>
                    <a:pt x="8615" y="5697"/>
                  </a:lnTo>
                  <a:lnTo>
                    <a:pt x="11292" y="3021"/>
                  </a:lnTo>
                  <a:cubicBezTo>
                    <a:pt x="11494" y="2822"/>
                    <a:pt x="11494" y="2493"/>
                    <a:pt x="11292" y="2294"/>
                  </a:cubicBezTo>
                  <a:lnTo>
                    <a:pt x="9150" y="152"/>
                  </a:lnTo>
                  <a:cubicBezTo>
                    <a:pt x="9049" y="51"/>
                    <a:pt x="8917" y="1"/>
                    <a:pt x="8785" y="1"/>
                  </a:cubicBezTo>
                  <a:cubicBezTo>
                    <a:pt x="8653" y="1"/>
                    <a:pt x="8521" y="51"/>
                    <a:pt x="8420" y="152"/>
                  </a:cubicBezTo>
                  <a:lnTo>
                    <a:pt x="5750" y="2829"/>
                  </a:lnTo>
                  <a:lnTo>
                    <a:pt x="3074" y="152"/>
                  </a:lnTo>
                  <a:cubicBezTo>
                    <a:pt x="2973" y="51"/>
                    <a:pt x="2841" y="1"/>
                    <a:pt x="2709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8"/>
            <p:cNvSpPr/>
            <p:nvPr/>
          </p:nvSpPr>
          <p:spPr>
            <a:xfrm>
              <a:off x="5887865" y="3703540"/>
              <a:ext cx="202933" cy="308551"/>
            </a:xfrm>
            <a:custGeom>
              <a:rect b="b" l="l" r="r" t="t"/>
              <a:pathLst>
                <a:path extrusionOk="0" h="11779" w="7747">
                  <a:moveTo>
                    <a:pt x="4828" y="1"/>
                  </a:moveTo>
                  <a:cubicBezTo>
                    <a:pt x="4647" y="1"/>
                    <a:pt x="4465" y="69"/>
                    <a:pt x="4326" y="206"/>
                  </a:cubicBezTo>
                  <a:lnTo>
                    <a:pt x="1790" y="2745"/>
                  </a:lnTo>
                  <a:lnTo>
                    <a:pt x="420" y="1375"/>
                  </a:lnTo>
                  <a:cubicBezTo>
                    <a:pt x="377" y="1332"/>
                    <a:pt x="329" y="1314"/>
                    <a:pt x="283" y="1314"/>
                  </a:cubicBezTo>
                  <a:cubicBezTo>
                    <a:pt x="131" y="1314"/>
                    <a:pt x="0" y="1510"/>
                    <a:pt x="142" y="1652"/>
                  </a:cubicBezTo>
                  <a:lnTo>
                    <a:pt x="1650" y="3160"/>
                  </a:lnTo>
                  <a:cubicBezTo>
                    <a:pt x="1688" y="3198"/>
                    <a:pt x="1737" y="3217"/>
                    <a:pt x="1787" y="3217"/>
                  </a:cubicBezTo>
                  <a:cubicBezTo>
                    <a:pt x="1838" y="3217"/>
                    <a:pt x="1888" y="3198"/>
                    <a:pt x="1928" y="3160"/>
                  </a:cubicBezTo>
                  <a:lnTo>
                    <a:pt x="4600" y="484"/>
                  </a:lnTo>
                  <a:cubicBezTo>
                    <a:pt x="4664" y="420"/>
                    <a:pt x="4745" y="389"/>
                    <a:pt x="4827" y="389"/>
                  </a:cubicBezTo>
                  <a:cubicBezTo>
                    <a:pt x="4908" y="389"/>
                    <a:pt x="4989" y="420"/>
                    <a:pt x="5053" y="484"/>
                  </a:cubicBezTo>
                  <a:lnTo>
                    <a:pt x="7195" y="2626"/>
                  </a:lnTo>
                  <a:cubicBezTo>
                    <a:pt x="7318" y="2749"/>
                    <a:pt x="7318" y="2951"/>
                    <a:pt x="7195" y="3074"/>
                  </a:cubicBezTo>
                  <a:lnTo>
                    <a:pt x="4518" y="5751"/>
                  </a:lnTo>
                  <a:cubicBezTo>
                    <a:pt x="4443" y="5826"/>
                    <a:pt x="4443" y="5950"/>
                    <a:pt x="4518" y="6028"/>
                  </a:cubicBezTo>
                  <a:lnTo>
                    <a:pt x="7195" y="8701"/>
                  </a:lnTo>
                  <a:cubicBezTo>
                    <a:pt x="7318" y="8828"/>
                    <a:pt x="7318" y="9027"/>
                    <a:pt x="7195" y="9154"/>
                  </a:cubicBezTo>
                  <a:lnTo>
                    <a:pt x="5053" y="11295"/>
                  </a:lnTo>
                  <a:cubicBezTo>
                    <a:pt x="4989" y="11357"/>
                    <a:pt x="4908" y="11388"/>
                    <a:pt x="4827" y="11388"/>
                  </a:cubicBezTo>
                  <a:cubicBezTo>
                    <a:pt x="4745" y="11388"/>
                    <a:pt x="4664" y="11357"/>
                    <a:pt x="4600" y="11295"/>
                  </a:cubicBezTo>
                  <a:lnTo>
                    <a:pt x="3593" y="10284"/>
                  </a:lnTo>
                  <a:cubicBezTo>
                    <a:pt x="3550" y="10242"/>
                    <a:pt x="3503" y="10225"/>
                    <a:pt x="3457" y="10225"/>
                  </a:cubicBezTo>
                  <a:cubicBezTo>
                    <a:pt x="3306" y="10225"/>
                    <a:pt x="3176" y="10420"/>
                    <a:pt x="3315" y="10562"/>
                  </a:cubicBezTo>
                  <a:lnTo>
                    <a:pt x="4326" y="11569"/>
                  </a:lnTo>
                  <a:cubicBezTo>
                    <a:pt x="4460" y="11703"/>
                    <a:pt x="4638" y="11779"/>
                    <a:pt x="4827" y="11779"/>
                  </a:cubicBezTo>
                  <a:cubicBezTo>
                    <a:pt x="5015" y="11779"/>
                    <a:pt x="5197" y="11703"/>
                    <a:pt x="5327" y="11569"/>
                  </a:cubicBezTo>
                  <a:lnTo>
                    <a:pt x="7469" y="9428"/>
                  </a:lnTo>
                  <a:cubicBezTo>
                    <a:pt x="7746" y="9150"/>
                    <a:pt x="7746" y="8701"/>
                    <a:pt x="7469" y="8427"/>
                  </a:cubicBezTo>
                  <a:lnTo>
                    <a:pt x="4933" y="5888"/>
                  </a:lnTo>
                  <a:lnTo>
                    <a:pt x="7469" y="3352"/>
                  </a:lnTo>
                  <a:cubicBezTo>
                    <a:pt x="7746" y="3074"/>
                    <a:pt x="7746" y="2626"/>
                    <a:pt x="7469" y="2351"/>
                  </a:cubicBezTo>
                  <a:lnTo>
                    <a:pt x="5327" y="206"/>
                  </a:lnTo>
                  <a:cubicBezTo>
                    <a:pt x="5190" y="69"/>
                    <a:pt x="5009" y="1"/>
                    <a:pt x="4828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8"/>
            <p:cNvSpPr/>
            <p:nvPr/>
          </p:nvSpPr>
          <p:spPr>
            <a:xfrm>
              <a:off x="5778658" y="3703488"/>
              <a:ext cx="192533" cy="308603"/>
            </a:xfrm>
            <a:custGeom>
              <a:rect b="b" l="l" r="r" t="t"/>
              <a:pathLst>
                <a:path extrusionOk="0" h="11781" w="7350">
                  <a:moveTo>
                    <a:pt x="2919" y="0"/>
                  </a:moveTo>
                  <a:cubicBezTo>
                    <a:pt x="2737" y="0"/>
                    <a:pt x="2557" y="69"/>
                    <a:pt x="2420" y="208"/>
                  </a:cubicBezTo>
                  <a:lnTo>
                    <a:pt x="278" y="2350"/>
                  </a:lnTo>
                  <a:cubicBezTo>
                    <a:pt x="0" y="2628"/>
                    <a:pt x="0" y="3076"/>
                    <a:pt x="278" y="3354"/>
                  </a:cubicBezTo>
                  <a:lnTo>
                    <a:pt x="2814" y="5890"/>
                  </a:lnTo>
                  <a:lnTo>
                    <a:pt x="278" y="8429"/>
                  </a:lnTo>
                  <a:cubicBezTo>
                    <a:pt x="0" y="8703"/>
                    <a:pt x="0" y="9152"/>
                    <a:pt x="278" y="9430"/>
                  </a:cubicBezTo>
                  <a:lnTo>
                    <a:pt x="2420" y="11571"/>
                  </a:lnTo>
                  <a:cubicBezTo>
                    <a:pt x="2550" y="11705"/>
                    <a:pt x="2731" y="11781"/>
                    <a:pt x="2920" y="11781"/>
                  </a:cubicBezTo>
                  <a:cubicBezTo>
                    <a:pt x="3108" y="11781"/>
                    <a:pt x="3287" y="11705"/>
                    <a:pt x="3420" y="11571"/>
                  </a:cubicBezTo>
                  <a:lnTo>
                    <a:pt x="5956" y="9032"/>
                  </a:lnTo>
                  <a:lnTo>
                    <a:pt x="6933" y="10009"/>
                  </a:lnTo>
                  <a:cubicBezTo>
                    <a:pt x="6976" y="10052"/>
                    <a:pt x="7024" y="10070"/>
                    <a:pt x="7070" y="10070"/>
                  </a:cubicBezTo>
                  <a:cubicBezTo>
                    <a:pt x="7221" y="10070"/>
                    <a:pt x="7349" y="9876"/>
                    <a:pt x="7210" y="9735"/>
                  </a:cubicBezTo>
                  <a:lnTo>
                    <a:pt x="6097" y="8621"/>
                  </a:lnTo>
                  <a:cubicBezTo>
                    <a:pt x="6059" y="8583"/>
                    <a:pt x="6008" y="8564"/>
                    <a:pt x="5958" y="8564"/>
                  </a:cubicBezTo>
                  <a:cubicBezTo>
                    <a:pt x="5907" y="8564"/>
                    <a:pt x="5857" y="8583"/>
                    <a:pt x="5819" y="8621"/>
                  </a:cubicBezTo>
                  <a:lnTo>
                    <a:pt x="3146" y="11297"/>
                  </a:lnTo>
                  <a:cubicBezTo>
                    <a:pt x="3083" y="11359"/>
                    <a:pt x="3000" y="11390"/>
                    <a:pt x="2919" y="11390"/>
                  </a:cubicBezTo>
                  <a:cubicBezTo>
                    <a:pt x="2837" y="11390"/>
                    <a:pt x="2755" y="11359"/>
                    <a:pt x="2694" y="11297"/>
                  </a:cubicBezTo>
                  <a:lnTo>
                    <a:pt x="552" y="9156"/>
                  </a:lnTo>
                  <a:cubicBezTo>
                    <a:pt x="429" y="9029"/>
                    <a:pt x="429" y="8827"/>
                    <a:pt x="552" y="8703"/>
                  </a:cubicBezTo>
                  <a:lnTo>
                    <a:pt x="3228" y="6027"/>
                  </a:lnTo>
                  <a:cubicBezTo>
                    <a:pt x="3304" y="5952"/>
                    <a:pt x="3304" y="5828"/>
                    <a:pt x="3228" y="5753"/>
                  </a:cubicBezTo>
                  <a:lnTo>
                    <a:pt x="552" y="3076"/>
                  </a:lnTo>
                  <a:cubicBezTo>
                    <a:pt x="429" y="2953"/>
                    <a:pt x="429" y="2751"/>
                    <a:pt x="552" y="2628"/>
                  </a:cubicBezTo>
                  <a:lnTo>
                    <a:pt x="2694" y="486"/>
                  </a:lnTo>
                  <a:cubicBezTo>
                    <a:pt x="2755" y="422"/>
                    <a:pt x="2837" y="391"/>
                    <a:pt x="2919" y="391"/>
                  </a:cubicBezTo>
                  <a:cubicBezTo>
                    <a:pt x="3000" y="391"/>
                    <a:pt x="3083" y="422"/>
                    <a:pt x="3146" y="486"/>
                  </a:cubicBezTo>
                  <a:lnTo>
                    <a:pt x="3759" y="1103"/>
                  </a:lnTo>
                  <a:cubicBezTo>
                    <a:pt x="3802" y="1145"/>
                    <a:pt x="3850" y="1162"/>
                    <a:pt x="3896" y="1162"/>
                  </a:cubicBezTo>
                  <a:cubicBezTo>
                    <a:pt x="4048" y="1162"/>
                    <a:pt x="4179" y="967"/>
                    <a:pt x="4037" y="825"/>
                  </a:cubicBezTo>
                  <a:lnTo>
                    <a:pt x="3420" y="208"/>
                  </a:lnTo>
                  <a:cubicBezTo>
                    <a:pt x="3281" y="69"/>
                    <a:pt x="3100" y="0"/>
                    <a:pt x="2919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5" name="Google Shape;765;p38"/>
          <p:cNvGrpSpPr/>
          <p:nvPr/>
        </p:nvGrpSpPr>
        <p:grpSpPr>
          <a:xfrm>
            <a:off x="3280351" y="2998807"/>
            <a:ext cx="273559" cy="270460"/>
            <a:chOff x="5778658" y="3703488"/>
            <a:chExt cx="312140" cy="308603"/>
          </a:xfrm>
        </p:grpSpPr>
        <p:sp>
          <p:nvSpPr>
            <p:cNvPr id="766" name="Google Shape;766;p38"/>
            <p:cNvSpPr/>
            <p:nvPr/>
          </p:nvSpPr>
          <p:spPr>
            <a:xfrm>
              <a:off x="5784133" y="3708544"/>
              <a:ext cx="301190" cy="298466"/>
            </a:xfrm>
            <a:custGeom>
              <a:rect b="b" l="l" r="r" t="t"/>
              <a:pathLst>
                <a:path extrusionOk="0" h="11394" w="11498">
                  <a:moveTo>
                    <a:pt x="2709" y="1"/>
                  </a:moveTo>
                  <a:cubicBezTo>
                    <a:pt x="2577" y="1"/>
                    <a:pt x="2445" y="51"/>
                    <a:pt x="2344" y="152"/>
                  </a:cubicBezTo>
                  <a:lnTo>
                    <a:pt x="203" y="2294"/>
                  </a:lnTo>
                  <a:cubicBezTo>
                    <a:pt x="0" y="2493"/>
                    <a:pt x="0" y="2822"/>
                    <a:pt x="203" y="3021"/>
                  </a:cubicBezTo>
                  <a:lnTo>
                    <a:pt x="2879" y="5697"/>
                  </a:lnTo>
                  <a:lnTo>
                    <a:pt x="203" y="8373"/>
                  </a:lnTo>
                  <a:cubicBezTo>
                    <a:pt x="0" y="8572"/>
                    <a:pt x="0" y="8901"/>
                    <a:pt x="203" y="9100"/>
                  </a:cubicBezTo>
                  <a:lnTo>
                    <a:pt x="2344" y="11241"/>
                  </a:lnTo>
                  <a:cubicBezTo>
                    <a:pt x="2445" y="11343"/>
                    <a:pt x="2577" y="11393"/>
                    <a:pt x="2709" y="11393"/>
                  </a:cubicBezTo>
                  <a:cubicBezTo>
                    <a:pt x="2841" y="11393"/>
                    <a:pt x="2973" y="11343"/>
                    <a:pt x="3074" y="11241"/>
                  </a:cubicBezTo>
                  <a:lnTo>
                    <a:pt x="5750" y="8569"/>
                  </a:lnTo>
                  <a:lnTo>
                    <a:pt x="8423" y="11241"/>
                  </a:lnTo>
                  <a:cubicBezTo>
                    <a:pt x="8524" y="11343"/>
                    <a:pt x="8656" y="11393"/>
                    <a:pt x="8788" y="11393"/>
                  </a:cubicBezTo>
                  <a:cubicBezTo>
                    <a:pt x="8920" y="11393"/>
                    <a:pt x="9052" y="11343"/>
                    <a:pt x="9153" y="11241"/>
                  </a:cubicBezTo>
                  <a:lnTo>
                    <a:pt x="11295" y="9100"/>
                  </a:lnTo>
                  <a:cubicBezTo>
                    <a:pt x="11497" y="8901"/>
                    <a:pt x="11497" y="8572"/>
                    <a:pt x="11295" y="8373"/>
                  </a:cubicBezTo>
                  <a:lnTo>
                    <a:pt x="8615" y="5697"/>
                  </a:lnTo>
                  <a:lnTo>
                    <a:pt x="11292" y="3021"/>
                  </a:lnTo>
                  <a:cubicBezTo>
                    <a:pt x="11494" y="2822"/>
                    <a:pt x="11494" y="2493"/>
                    <a:pt x="11292" y="2294"/>
                  </a:cubicBezTo>
                  <a:lnTo>
                    <a:pt x="9150" y="152"/>
                  </a:lnTo>
                  <a:cubicBezTo>
                    <a:pt x="9049" y="51"/>
                    <a:pt x="8917" y="1"/>
                    <a:pt x="8785" y="1"/>
                  </a:cubicBezTo>
                  <a:cubicBezTo>
                    <a:pt x="8653" y="1"/>
                    <a:pt x="8521" y="51"/>
                    <a:pt x="8420" y="152"/>
                  </a:cubicBezTo>
                  <a:lnTo>
                    <a:pt x="5750" y="2829"/>
                  </a:lnTo>
                  <a:lnTo>
                    <a:pt x="3074" y="152"/>
                  </a:lnTo>
                  <a:cubicBezTo>
                    <a:pt x="2973" y="51"/>
                    <a:pt x="2841" y="1"/>
                    <a:pt x="2709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8"/>
            <p:cNvSpPr/>
            <p:nvPr/>
          </p:nvSpPr>
          <p:spPr>
            <a:xfrm>
              <a:off x="5887865" y="3703540"/>
              <a:ext cx="202933" cy="308551"/>
            </a:xfrm>
            <a:custGeom>
              <a:rect b="b" l="l" r="r" t="t"/>
              <a:pathLst>
                <a:path extrusionOk="0" h="11779" w="7747">
                  <a:moveTo>
                    <a:pt x="4828" y="1"/>
                  </a:moveTo>
                  <a:cubicBezTo>
                    <a:pt x="4647" y="1"/>
                    <a:pt x="4465" y="69"/>
                    <a:pt x="4326" y="206"/>
                  </a:cubicBezTo>
                  <a:lnTo>
                    <a:pt x="1790" y="2745"/>
                  </a:lnTo>
                  <a:lnTo>
                    <a:pt x="420" y="1375"/>
                  </a:lnTo>
                  <a:cubicBezTo>
                    <a:pt x="377" y="1332"/>
                    <a:pt x="329" y="1314"/>
                    <a:pt x="283" y="1314"/>
                  </a:cubicBezTo>
                  <a:cubicBezTo>
                    <a:pt x="131" y="1314"/>
                    <a:pt x="0" y="1510"/>
                    <a:pt x="142" y="1652"/>
                  </a:cubicBezTo>
                  <a:lnTo>
                    <a:pt x="1650" y="3160"/>
                  </a:lnTo>
                  <a:cubicBezTo>
                    <a:pt x="1688" y="3198"/>
                    <a:pt x="1737" y="3217"/>
                    <a:pt x="1787" y="3217"/>
                  </a:cubicBezTo>
                  <a:cubicBezTo>
                    <a:pt x="1838" y="3217"/>
                    <a:pt x="1888" y="3198"/>
                    <a:pt x="1928" y="3160"/>
                  </a:cubicBezTo>
                  <a:lnTo>
                    <a:pt x="4600" y="484"/>
                  </a:lnTo>
                  <a:cubicBezTo>
                    <a:pt x="4664" y="420"/>
                    <a:pt x="4745" y="389"/>
                    <a:pt x="4827" y="389"/>
                  </a:cubicBezTo>
                  <a:cubicBezTo>
                    <a:pt x="4908" y="389"/>
                    <a:pt x="4989" y="420"/>
                    <a:pt x="5053" y="484"/>
                  </a:cubicBezTo>
                  <a:lnTo>
                    <a:pt x="7195" y="2626"/>
                  </a:lnTo>
                  <a:cubicBezTo>
                    <a:pt x="7318" y="2749"/>
                    <a:pt x="7318" y="2951"/>
                    <a:pt x="7195" y="3074"/>
                  </a:cubicBezTo>
                  <a:lnTo>
                    <a:pt x="4518" y="5751"/>
                  </a:lnTo>
                  <a:cubicBezTo>
                    <a:pt x="4443" y="5826"/>
                    <a:pt x="4443" y="5950"/>
                    <a:pt x="4518" y="6028"/>
                  </a:cubicBezTo>
                  <a:lnTo>
                    <a:pt x="7195" y="8701"/>
                  </a:lnTo>
                  <a:cubicBezTo>
                    <a:pt x="7318" y="8828"/>
                    <a:pt x="7318" y="9027"/>
                    <a:pt x="7195" y="9154"/>
                  </a:cubicBezTo>
                  <a:lnTo>
                    <a:pt x="5053" y="11295"/>
                  </a:lnTo>
                  <a:cubicBezTo>
                    <a:pt x="4989" y="11357"/>
                    <a:pt x="4908" y="11388"/>
                    <a:pt x="4827" y="11388"/>
                  </a:cubicBezTo>
                  <a:cubicBezTo>
                    <a:pt x="4745" y="11388"/>
                    <a:pt x="4664" y="11357"/>
                    <a:pt x="4600" y="11295"/>
                  </a:cubicBezTo>
                  <a:lnTo>
                    <a:pt x="3593" y="10284"/>
                  </a:lnTo>
                  <a:cubicBezTo>
                    <a:pt x="3550" y="10242"/>
                    <a:pt x="3503" y="10225"/>
                    <a:pt x="3457" y="10225"/>
                  </a:cubicBezTo>
                  <a:cubicBezTo>
                    <a:pt x="3306" y="10225"/>
                    <a:pt x="3176" y="10420"/>
                    <a:pt x="3315" y="10562"/>
                  </a:cubicBezTo>
                  <a:lnTo>
                    <a:pt x="4326" y="11569"/>
                  </a:lnTo>
                  <a:cubicBezTo>
                    <a:pt x="4460" y="11703"/>
                    <a:pt x="4638" y="11779"/>
                    <a:pt x="4827" y="11779"/>
                  </a:cubicBezTo>
                  <a:cubicBezTo>
                    <a:pt x="5015" y="11779"/>
                    <a:pt x="5197" y="11703"/>
                    <a:pt x="5327" y="11569"/>
                  </a:cubicBezTo>
                  <a:lnTo>
                    <a:pt x="7469" y="9428"/>
                  </a:lnTo>
                  <a:cubicBezTo>
                    <a:pt x="7746" y="9150"/>
                    <a:pt x="7746" y="8701"/>
                    <a:pt x="7469" y="8427"/>
                  </a:cubicBezTo>
                  <a:lnTo>
                    <a:pt x="4933" y="5888"/>
                  </a:lnTo>
                  <a:lnTo>
                    <a:pt x="7469" y="3352"/>
                  </a:lnTo>
                  <a:cubicBezTo>
                    <a:pt x="7746" y="3074"/>
                    <a:pt x="7746" y="2626"/>
                    <a:pt x="7469" y="2351"/>
                  </a:cubicBezTo>
                  <a:lnTo>
                    <a:pt x="5327" y="206"/>
                  </a:lnTo>
                  <a:cubicBezTo>
                    <a:pt x="5190" y="69"/>
                    <a:pt x="5009" y="1"/>
                    <a:pt x="4828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8"/>
            <p:cNvSpPr/>
            <p:nvPr/>
          </p:nvSpPr>
          <p:spPr>
            <a:xfrm>
              <a:off x="5778658" y="3703488"/>
              <a:ext cx="192533" cy="308603"/>
            </a:xfrm>
            <a:custGeom>
              <a:rect b="b" l="l" r="r" t="t"/>
              <a:pathLst>
                <a:path extrusionOk="0" h="11781" w="7350">
                  <a:moveTo>
                    <a:pt x="2919" y="0"/>
                  </a:moveTo>
                  <a:cubicBezTo>
                    <a:pt x="2737" y="0"/>
                    <a:pt x="2557" y="69"/>
                    <a:pt x="2420" y="208"/>
                  </a:cubicBezTo>
                  <a:lnTo>
                    <a:pt x="278" y="2350"/>
                  </a:lnTo>
                  <a:cubicBezTo>
                    <a:pt x="0" y="2628"/>
                    <a:pt x="0" y="3076"/>
                    <a:pt x="278" y="3354"/>
                  </a:cubicBezTo>
                  <a:lnTo>
                    <a:pt x="2814" y="5890"/>
                  </a:lnTo>
                  <a:lnTo>
                    <a:pt x="278" y="8429"/>
                  </a:lnTo>
                  <a:cubicBezTo>
                    <a:pt x="0" y="8703"/>
                    <a:pt x="0" y="9152"/>
                    <a:pt x="278" y="9430"/>
                  </a:cubicBezTo>
                  <a:lnTo>
                    <a:pt x="2420" y="11571"/>
                  </a:lnTo>
                  <a:cubicBezTo>
                    <a:pt x="2550" y="11705"/>
                    <a:pt x="2731" y="11781"/>
                    <a:pt x="2920" y="11781"/>
                  </a:cubicBezTo>
                  <a:cubicBezTo>
                    <a:pt x="3108" y="11781"/>
                    <a:pt x="3287" y="11705"/>
                    <a:pt x="3420" y="11571"/>
                  </a:cubicBezTo>
                  <a:lnTo>
                    <a:pt x="5956" y="9032"/>
                  </a:lnTo>
                  <a:lnTo>
                    <a:pt x="6933" y="10009"/>
                  </a:lnTo>
                  <a:cubicBezTo>
                    <a:pt x="6976" y="10052"/>
                    <a:pt x="7024" y="10070"/>
                    <a:pt x="7070" y="10070"/>
                  </a:cubicBezTo>
                  <a:cubicBezTo>
                    <a:pt x="7221" y="10070"/>
                    <a:pt x="7349" y="9876"/>
                    <a:pt x="7210" y="9735"/>
                  </a:cubicBezTo>
                  <a:lnTo>
                    <a:pt x="6097" y="8621"/>
                  </a:lnTo>
                  <a:cubicBezTo>
                    <a:pt x="6059" y="8583"/>
                    <a:pt x="6008" y="8564"/>
                    <a:pt x="5958" y="8564"/>
                  </a:cubicBezTo>
                  <a:cubicBezTo>
                    <a:pt x="5907" y="8564"/>
                    <a:pt x="5857" y="8583"/>
                    <a:pt x="5819" y="8621"/>
                  </a:cubicBezTo>
                  <a:lnTo>
                    <a:pt x="3146" y="11297"/>
                  </a:lnTo>
                  <a:cubicBezTo>
                    <a:pt x="3083" y="11359"/>
                    <a:pt x="3000" y="11390"/>
                    <a:pt x="2919" y="11390"/>
                  </a:cubicBezTo>
                  <a:cubicBezTo>
                    <a:pt x="2837" y="11390"/>
                    <a:pt x="2755" y="11359"/>
                    <a:pt x="2694" y="11297"/>
                  </a:cubicBezTo>
                  <a:lnTo>
                    <a:pt x="552" y="9156"/>
                  </a:lnTo>
                  <a:cubicBezTo>
                    <a:pt x="429" y="9029"/>
                    <a:pt x="429" y="8827"/>
                    <a:pt x="552" y="8703"/>
                  </a:cubicBezTo>
                  <a:lnTo>
                    <a:pt x="3228" y="6027"/>
                  </a:lnTo>
                  <a:cubicBezTo>
                    <a:pt x="3304" y="5952"/>
                    <a:pt x="3304" y="5828"/>
                    <a:pt x="3228" y="5753"/>
                  </a:cubicBezTo>
                  <a:lnTo>
                    <a:pt x="552" y="3076"/>
                  </a:lnTo>
                  <a:cubicBezTo>
                    <a:pt x="429" y="2953"/>
                    <a:pt x="429" y="2751"/>
                    <a:pt x="552" y="2628"/>
                  </a:cubicBezTo>
                  <a:lnTo>
                    <a:pt x="2694" y="486"/>
                  </a:lnTo>
                  <a:cubicBezTo>
                    <a:pt x="2755" y="422"/>
                    <a:pt x="2837" y="391"/>
                    <a:pt x="2919" y="391"/>
                  </a:cubicBezTo>
                  <a:cubicBezTo>
                    <a:pt x="3000" y="391"/>
                    <a:pt x="3083" y="422"/>
                    <a:pt x="3146" y="486"/>
                  </a:cubicBezTo>
                  <a:lnTo>
                    <a:pt x="3759" y="1103"/>
                  </a:lnTo>
                  <a:cubicBezTo>
                    <a:pt x="3802" y="1145"/>
                    <a:pt x="3850" y="1162"/>
                    <a:pt x="3896" y="1162"/>
                  </a:cubicBezTo>
                  <a:cubicBezTo>
                    <a:pt x="4048" y="1162"/>
                    <a:pt x="4179" y="967"/>
                    <a:pt x="4037" y="825"/>
                  </a:cubicBezTo>
                  <a:lnTo>
                    <a:pt x="3420" y="208"/>
                  </a:lnTo>
                  <a:cubicBezTo>
                    <a:pt x="3281" y="69"/>
                    <a:pt x="3100" y="0"/>
                    <a:pt x="2919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38"/>
          <p:cNvGrpSpPr/>
          <p:nvPr/>
        </p:nvGrpSpPr>
        <p:grpSpPr>
          <a:xfrm>
            <a:off x="7506301" y="3025207"/>
            <a:ext cx="273559" cy="270460"/>
            <a:chOff x="5778658" y="3703488"/>
            <a:chExt cx="312140" cy="308603"/>
          </a:xfrm>
        </p:grpSpPr>
        <p:sp>
          <p:nvSpPr>
            <p:cNvPr id="770" name="Google Shape;770;p38"/>
            <p:cNvSpPr/>
            <p:nvPr/>
          </p:nvSpPr>
          <p:spPr>
            <a:xfrm>
              <a:off x="5784133" y="3708544"/>
              <a:ext cx="301190" cy="298466"/>
            </a:xfrm>
            <a:custGeom>
              <a:rect b="b" l="l" r="r" t="t"/>
              <a:pathLst>
                <a:path extrusionOk="0" h="11394" w="11498">
                  <a:moveTo>
                    <a:pt x="2709" y="1"/>
                  </a:moveTo>
                  <a:cubicBezTo>
                    <a:pt x="2577" y="1"/>
                    <a:pt x="2445" y="51"/>
                    <a:pt x="2344" y="152"/>
                  </a:cubicBezTo>
                  <a:lnTo>
                    <a:pt x="203" y="2294"/>
                  </a:lnTo>
                  <a:cubicBezTo>
                    <a:pt x="0" y="2493"/>
                    <a:pt x="0" y="2822"/>
                    <a:pt x="203" y="3021"/>
                  </a:cubicBezTo>
                  <a:lnTo>
                    <a:pt x="2879" y="5697"/>
                  </a:lnTo>
                  <a:lnTo>
                    <a:pt x="203" y="8373"/>
                  </a:lnTo>
                  <a:cubicBezTo>
                    <a:pt x="0" y="8572"/>
                    <a:pt x="0" y="8901"/>
                    <a:pt x="203" y="9100"/>
                  </a:cubicBezTo>
                  <a:lnTo>
                    <a:pt x="2344" y="11241"/>
                  </a:lnTo>
                  <a:cubicBezTo>
                    <a:pt x="2445" y="11343"/>
                    <a:pt x="2577" y="11393"/>
                    <a:pt x="2709" y="11393"/>
                  </a:cubicBezTo>
                  <a:cubicBezTo>
                    <a:pt x="2841" y="11393"/>
                    <a:pt x="2973" y="11343"/>
                    <a:pt x="3074" y="11241"/>
                  </a:cubicBezTo>
                  <a:lnTo>
                    <a:pt x="5750" y="8569"/>
                  </a:lnTo>
                  <a:lnTo>
                    <a:pt x="8423" y="11241"/>
                  </a:lnTo>
                  <a:cubicBezTo>
                    <a:pt x="8524" y="11343"/>
                    <a:pt x="8656" y="11393"/>
                    <a:pt x="8788" y="11393"/>
                  </a:cubicBezTo>
                  <a:cubicBezTo>
                    <a:pt x="8920" y="11393"/>
                    <a:pt x="9052" y="11343"/>
                    <a:pt x="9153" y="11241"/>
                  </a:cubicBezTo>
                  <a:lnTo>
                    <a:pt x="11295" y="9100"/>
                  </a:lnTo>
                  <a:cubicBezTo>
                    <a:pt x="11497" y="8901"/>
                    <a:pt x="11497" y="8572"/>
                    <a:pt x="11295" y="8373"/>
                  </a:cubicBezTo>
                  <a:lnTo>
                    <a:pt x="8615" y="5697"/>
                  </a:lnTo>
                  <a:lnTo>
                    <a:pt x="11292" y="3021"/>
                  </a:lnTo>
                  <a:cubicBezTo>
                    <a:pt x="11494" y="2822"/>
                    <a:pt x="11494" y="2493"/>
                    <a:pt x="11292" y="2294"/>
                  </a:cubicBezTo>
                  <a:lnTo>
                    <a:pt x="9150" y="152"/>
                  </a:lnTo>
                  <a:cubicBezTo>
                    <a:pt x="9049" y="51"/>
                    <a:pt x="8917" y="1"/>
                    <a:pt x="8785" y="1"/>
                  </a:cubicBezTo>
                  <a:cubicBezTo>
                    <a:pt x="8653" y="1"/>
                    <a:pt x="8521" y="51"/>
                    <a:pt x="8420" y="152"/>
                  </a:cubicBezTo>
                  <a:lnTo>
                    <a:pt x="5750" y="2829"/>
                  </a:lnTo>
                  <a:lnTo>
                    <a:pt x="3074" y="152"/>
                  </a:lnTo>
                  <a:cubicBezTo>
                    <a:pt x="2973" y="51"/>
                    <a:pt x="2841" y="1"/>
                    <a:pt x="2709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8"/>
            <p:cNvSpPr/>
            <p:nvPr/>
          </p:nvSpPr>
          <p:spPr>
            <a:xfrm>
              <a:off x="5887865" y="3703540"/>
              <a:ext cx="202933" cy="308551"/>
            </a:xfrm>
            <a:custGeom>
              <a:rect b="b" l="l" r="r" t="t"/>
              <a:pathLst>
                <a:path extrusionOk="0" h="11779" w="7747">
                  <a:moveTo>
                    <a:pt x="4828" y="1"/>
                  </a:moveTo>
                  <a:cubicBezTo>
                    <a:pt x="4647" y="1"/>
                    <a:pt x="4465" y="69"/>
                    <a:pt x="4326" y="206"/>
                  </a:cubicBezTo>
                  <a:lnTo>
                    <a:pt x="1790" y="2745"/>
                  </a:lnTo>
                  <a:lnTo>
                    <a:pt x="420" y="1375"/>
                  </a:lnTo>
                  <a:cubicBezTo>
                    <a:pt x="377" y="1332"/>
                    <a:pt x="329" y="1314"/>
                    <a:pt x="283" y="1314"/>
                  </a:cubicBezTo>
                  <a:cubicBezTo>
                    <a:pt x="131" y="1314"/>
                    <a:pt x="0" y="1510"/>
                    <a:pt x="142" y="1652"/>
                  </a:cubicBezTo>
                  <a:lnTo>
                    <a:pt x="1650" y="3160"/>
                  </a:lnTo>
                  <a:cubicBezTo>
                    <a:pt x="1688" y="3198"/>
                    <a:pt x="1737" y="3217"/>
                    <a:pt x="1787" y="3217"/>
                  </a:cubicBezTo>
                  <a:cubicBezTo>
                    <a:pt x="1838" y="3217"/>
                    <a:pt x="1888" y="3198"/>
                    <a:pt x="1928" y="3160"/>
                  </a:cubicBezTo>
                  <a:lnTo>
                    <a:pt x="4600" y="484"/>
                  </a:lnTo>
                  <a:cubicBezTo>
                    <a:pt x="4664" y="420"/>
                    <a:pt x="4745" y="389"/>
                    <a:pt x="4827" y="389"/>
                  </a:cubicBezTo>
                  <a:cubicBezTo>
                    <a:pt x="4908" y="389"/>
                    <a:pt x="4989" y="420"/>
                    <a:pt x="5053" y="484"/>
                  </a:cubicBezTo>
                  <a:lnTo>
                    <a:pt x="7195" y="2626"/>
                  </a:lnTo>
                  <a:cubicBezTo>
                    <a:pt x="7318" y="2749"/>
                    <a:pt x="7318" y="2951"/>
                    <a:pt x="7195" y="3074"/>
                  </a:cubicBezTo>
                  <a:lnTo>
                    <a:pt x="4518" y="5751"/>
                  </a:lnTo>
                  <a:cubicBezTo>
                    <a:pt x="4443" y="5826"/>
                    <a:pt x="4443" y="5950"/>
                    <a:pt x="4518" y="6028"/>
                  </a:cubicBezTo>
                  <a:lnTo>
                    <a:pt x="7195" y="8701"/>
                  </a:lnTo>
                  <a:cubicBezTo>
                    <a:pt x="7318" y="8828"/>
                    <a:pt x="7318" y="9027"/>
                    <a:pt x="7195" y="9154"/>
                  </a:cubicBezTo>
                  <a:lnTo>
                    <a:pt x="5053" y="11295"/>
                  </a:lnTo>
                  <a:cubicBezTo>
                    <a:pt x="4989" y="11357"/>
                    <a:pt x="4908" y="11388"/>
                    <a:pt x="4827" y="11388"/>
                  </a:cubicBezTo>
                  <a:cubicBezTo>
                    <a:pt x="4745" y="11388"/>
                    <a:pt x="4664" y="11357"/>
                    <a:pt x="4600" y="11295"/>
                  </a:cubicBezTo>
                  <a:lnTo>
                    <a:pt x="3593" y="10284"/>
                  </a:lnTo>
                  <a:cubicBezTo>
                    <a:pt x="3550" y="10242"/>
                    <a:pt x="3503" y="10225"/>
                    <a:pt x="3457" y="10225"/>
                  </a:cubicBezTo>
                  <a:cubicBezTo>
                    <a:pt x="3306" y="10225"/>
                    <a:pt x="3176" y="10420"/>
                    <a:pt x="3315" y="10562"/>
                  </a:cubicBezTo>
                  <a:lnTo>
                    <a:pt x="4326" y="11569"/>
                  </a:lnTo>
                  <a:cubicBezTo>
                    <a:pt x="4460" y="11703"/>
                    <a:pt x="4638" y="11779"/>
                    <a:pt x="4827" y="11779"/>
                  </a:cubicBezTo>
                  <a:cubicBezTo>
                    <a:pt x="5015" y="11779"/>
                    <a:pt x="5197" y="11703"/>
                    <a:pt x="5327" y="11569"/>
                  </a:cubicBezTo>
                  <a:lnTo>
                    <a:pt x="7469" y="9428"/>
                  </a:lnTo>
                  <a:cubicBezTo>
                    <a:pt x="7746" y="9150"/>
                    <a:pt x="7746" y="8701"/>
                    <a:pt x="7469" y="8427"/>
                  </a:cubicBezTo>
                  <a:lnTo>
                    <a:pt x="4933" y="5888"/>
                  </a:lnTo>
                  <a:lnTo>
                    <a:pt x="7469" y="3352"/>
                  </a:lnTo>
                  <a:cubicBezTo>
                    <a:pt x="7746" y="3074"/>
                    <a:pt x="7746" y="2626"/>
                    <a:pt x="7469" y="2351"/>
                  </a:cubicBezTo>
                  <a:lnTo>
                    <a:pt x="5327" y="206"/>
                  </a:lnTo>
                  <a:cubicBezTo>
                    <a:pt x="5190" y="69"/>
                    <a:pt x="5009" y="1"/>
                    <a:pt x="4828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8"/>
            <p:cNvSpPr/>
            <p:nvPr/>
          </p:nvSpPr>
          <p:spPr>
            <a:xfrm>
              <a:off x="5778658" y="3703488"/>
              <a:ext cx="192533" cy="308603"/>
            </a:xfrm>
            <a:custGeom>
              <a:rect b="b" l="l" r="r" t="t"/>
              <a:pathLst>
                <a:path extrusionOk="0" h="11781" w="7350">
                  <a:moveTo>
                    <a:pt x="2919" y="0"/>
                  </a:moveTo>
                  <a:cubicBezTo>
                    <a:pt x="2737" y="0"/>
                    <a:pt x="2557" y="69"/>
                    <a:pt x="2420" y="208"/>
                  </a:cubicBezTo>
                  <a:lnTo>
                    <a:pt x="278" y="2350"/>
                  </a:lnTo>
                  <a:cubicBezTo>
                    <a:pt x="0" y="2628"/>
                    <a:pt x="0" y="3076"/>
                    <a:pt x="278" y="3354"/>
                  </a:cubicBezTo>
                  <a:lnTo>
                    <a:pt x="2814" y="5890"/>
                  </a:lnTo>
                  <a:lnTo>
                    <a:pt x="278" y="8429"/>
                  </a:lnTo>
                  <a:cubicBezTo>
                    <a:pt x="0" y="8703"/>
                    <a:pt x="0" y="9152"/>
                    <a:pt x="278" y="9430"/>
                  </a:cubicBezTo>
                  <a:lnTo>
                    <a:pt x="2420" y="11571"/>
                  </a:lnTo>
                  <a:cubicBezTo>
                    <a:pt x="2550" y="11705"/>
                    <a:pt x="2731" y="11781"/>
                    <a:pt x="2920" y="11781"/>
                  </a:cubicBezTo>
                  <a:cubicBezTo>
                    <a:pt x="3108" y="11781"/>
                    <a:pt x="3287" y="11705"/>
                    <a:pt x="3420" y="11571"/>
                  </a:cubicBezTo>
                  <a:lnTo>
                    <a:pt x="5956" y="9032"/>
                  </a:lnTo>
                  <a:lnTo>
                    <a:pt x="6933" y="10009"/>
                  </a:lnTo>
                  <a:cubicBezTo>
                    <a:pt x="6976" y="10052"/>
                    <a:pt x="7024" y="10070"/>
                    <a:pt x="7070" y="10070"/>
                  </a:cubicBezTo>
                  <a:cubicBezTo>
                    <a:pt x="7221" y="10070"/>
                    <a:pt x="7349" y="9876"/>
                    <a:pt x="7210" y="9735"/>
                  </a:cubicBezTo>
                  <a:lnTo>
                    <a:pt x="6097" y="8621"/>
                  </a:lnTo>
                  <a:cubicBezTo>
                    <a:pt x="6059" y="8583"/>
                    <a:pt x="6008" y="8564"/>
                    <a:pt x="5958" y="8564"/>
                  </a:cubicBezTo>
                  <a:cubicBezTo>
                    <a:pt x="5907" y="8564"/>
                    <a:pt x="5857" y="8583"/>
                    <a:pt x="5819" y="8621"/>
                  </a:cubicBezTo>
                  <a:lnTo>
                    <a:pt x="3146" y="11297"/>
                  </a:lnTo>
                  <a:cubicBezTo>
                    <a:pt x="3083" y="11359"/>
                    <a:pt x="3000" y="11390"/>
                    <a:pt x="2919" y="11390"/>
                  </a:cubicBezTo>
                  <a:cubicBezTo>
                    <a:pt x="2837" y="11390"/>
                    <a:pt x="2755" y="11359"/>
                    <a:pt x="2694" y="11297"/>
                  </a:cubicBezTo>
                  <a:lnTo>
                    <a:pt x="552" y="9156"/>
                  </a:lnTo>
                  <a:cubicBezTo>
                    <a:pt x="429" y="9029"/>
                    <a:pt x="429" y="8827"/>
                    <a:pt x="552" y="8703"/>
                  </a:cubicBezTo>
                  <a:lnTo>
                    <a:pt x="3228" y="6027"/>
                  </a:lnTo>
                  <a:cubicBezTo>
                    <a:pt x="3304" y="5952"/>
                    <a:pt x="3304" y="5828"/>
                    <a:pt x="3228" y="5753"/>
                  </a:cubicBezTo>
                  <a:lnTo>
                    <a:pt x="552" y="3076"/>
                  </a:lnTo>
                  <a:cubicBezTo>
                    <a:pt x="429" y="2953"/>
                    <a:pt x="429" y="2751"/>
                    <a:pt x="552" y="2628"/>
                  </a:cubicBezTo>
                  <a:lnTo>
                    <a:pt x="2694" y="486"/>
                  </a:lnTo>
                  <a:cubicBezTo>
                    <a:pt x="2755" y="422"/>
                    <a:pt x="2837" y="391"/>
                    <a:pt x="2919" y="391"/>
                  </a:cubicBezTo>
                  <a:cubicBezTo>
                    <a:pt x="3000" y="391"/>
                    <a:pt x="3083" y="422"/>
                    <a:pt x="3146" y="486"/>
                  </a:cubicBezTo>
                  <a:lnTo>
                    <a:pt x="3759" y="1103"/>
                  </a:lnTo>
                  <a:cubicBezTo>
                    <a:pt x="3802" y="1145"/>
                    <a:pt x="3850" y="1162"/>
                    <a:pt x="3896" y="1162"/>
                  </a:cubicBezTo>
                  <a:cubicBezTo>
                    <a:pt x="4048" y="1162"/>
                    <a:pt x="4179" y="967"/>
                    <a:pt x="4037" y="825"/>
                  </a:cubicBezTo>
                  <a:lnTo>
                    <a:pt x="3420" y="208"/>
                  </a:lnTo>
                  <a:cubicBezTo>
                    <a:pt x="3281" y="69"/>
                    <a:pt x="3100" y="0"/>
                    <a:pt x="2919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3" name="Google Shape;773;p38"/>
          <p:cNvGrpSpPr/>
          <p:nvPr/>
        </p:nvGrpSpPr>
        <p:grpSpPr>
          <a:xfrm>
            <a:off x="3280351" y="3689657"/>
            <a:ext cx="273559" cy="270460"/>
            <a:chOff x="5778658" y="3703488"/>
            <a:chExt cx="312140" cy="308603"/>
          </a:xfrm>
        </p:grpSpPr>
        <p:sp>
          <p:nvSpPr>
            <p:cNvPr id="774" name="Google Shape;774;p38"/>
            <p:cNvSpPr/>
            <p:nvPr/>
          </p:nvSpPr>
          <p:spPr>
            <a:xfrm>
              <a:off x="5784133" y="3708544"/>
              <a:ext cx="301190" cy="298466"/>
            </a:xfrm>
            <a:custGeom>
              <a:rect b="b" l="l" r="r" t="t"/>
              <a:pathLst>
                <a:path extrusionOk="0" h="11394" w="11498">
                  <a:moveTo>
                    <a:pt x="2709" y="1"/>
                  </a:moveTo>
                  <a:cubicBezTo>
                    <a:pt x="2577" y="1"/>
                    <a:pt x="2445" y="51"/>
                    <a:pt x="2344" y="152"/>
                  </a:cubicBezTo>
                  <a:lnTo>
                    <a:pt x="203" y="2294"/>
                  </a:lnTo>
                  <a:cubicBezTo>
                    <a:pt x="0" y="2493"/>
                    <a:pt x="0" y="2822"/>
                    <a:pt x="203" y="3021"/>
                  </a:cubicBezTo>
                  <a:lnTo>
                    <a:pt x="2879" y="5697"/>
                  </a:lnTo>
                  <a:lnTo>
                    <a:pt x="203" y="8373"/>
                  </a:lnTo>
                  <a:cubicBezTo>
                    <a:pt x="0" y="8572"/>
                    <a:pt x="0" y="8901"/>
                    <a:pt x="203" y="9100"/>
                  </a:cubicBezTo>
                  <a:lnTo>
                    <a:pt x="2344" y="11241"/>
                  </a:lnTo>
                  <a:cubicBezTo>
                    <a:pt x="2445" y="11343"/>
                    <a:pt x="2577" y="11393"/>
                    <a:pt x="2709" y="11393"/>
                  </a:cubicBezTo>
                  <a:cubicBezTo>
                    <a:pt x="2841" y="11393"/>
                    <a:pt x="2973" y="11343"/>
                    <a:pt x="3074" y="11241"/>
                  </a:cubicBezTo>
                  <a:lnTo>
                    <a:pt x="5750" y="8569"/>
                  </a:lnTo>
                  <a:lnTo>
                    <a:pt x="8423" y="11241"/>
                  </a:lnTo>
                  <a:cubicBezTo>
                    <a:pt x="8524" y="11343"/>
                    <a:pt x="8656" y="11393"/>
                    <a:pt x="8788" y="11393"/>
                  </a:cubicBezTo>
                  <a:cubicBezTo>
                    <a:pt x="8920" y="11393"/>
                    <a:pt x="9052" y="11343"/>
                    <a:pt x="9153" y="11241"/>
                  </a:cubicBezTo>
                  <a:lnTo>
                    <a:pt x="11295" y="9100"/>
                  </a:lnTo>
                  <a:cubicBezTo>
                    <a:pt x="11497" y="8901"/>
                    <a:pt x="11497" y="8572"/>
                    <a:pt x="11295" y="8373"/>
                  </a:cubicBezTo>
                  <a:lnTo>
                    <a:pt x="8615" y="5697"/>
                  </a:lnTo>
                  <a:lnTo>
                    <a:pt x="11292" y="3021"/>
                  </a:lnTo>
                  <a:cubicBezTo>
                    <a:pt x="11494" y="2822"/>
                    <a:pt x="11494" y="2493"/>
                    <a:pt x="11292" y="2294"/>
                  </a:cubicBezTo>
                  <a:lnTo>
                    <a:pt x="9150" y="152"/>
                  </a:lnTo>
                  <a:cubicBezTo>
                    <a:pt x="9049" y="51"/>
                    <a:pt x="8917" y="1"/>
                    <a:pt x="8785" y="1"/>
                  </a:cubicBezTo>
                  <a:cubicBezTo>
                    <a:pt x="8653" y="1"/>
                    <a:pt x="8521" y="51"/>
                    <a:pt x="8420" y="152"/>
                  </a:cubicBezTo>
                  <a:lnTo>
                    <a:pt x="5750" y="2829"/>
                  </a:lnTo>
                  <a:lnTo>
                    <a:pt x="3074" y="152"/>
                  </a:lnTo>
                  <a:cubicBezTo>
                    <a:pt x="2973" y="51"/>
                    <a:pt x="2841" y="1"/>
                    <a:pt x="2709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8"/>
            <p:cNvSpPr/>
            <p:nvPr/>
          </p:nvSpPr>
          <p:spPr>
            <a:xfrm>
              <a:off x="5887865" y="3703540"/>
              <a:ext cx="202933" cy="308551"/>
            </a:xfrm>
            <a:custGeom>
              <a:rect b="b" l="l" r="r" t="t"/>
              <a:pathLst>
                <a:path extrusionOk="0" h="11779" w="7747">
                  <a:moveTo>
                    <a:pt x="4828" y="1"/>
                  </a:moveTo>
                  <a:cubicBezTo>
                    <a:pt x="4647" y="1"/>
                    <a:pt x="4465" y="69"/>
                    <a:pt x="4326" y="206"/>
                  </a:cubicBezTo>
                  <a:lnTo>
                    <a:pt x="1790" y="2745"/>
                  </a:lnTo>
                  <a:lnTo>
                    <a:pt x="420" y="1375"/>
                  </a:lnTo>
                  <a:cubicBezTo>
                    <a:pt x="377" y="1332"/>
                    <a:pt x="329" y="1314"/>
                    <a:pt x="283" y="1314"/>
                  </a:cubicBezTo>
                  <a:cubicBezTo>
                    <a:pt x="131" y="1314"/>
                    <a:pt x="0" y="1510"/>
                    <a:pt x="142" y="1652"/>
                  </a:cubicBezTo>
                  <a:lnTo>
                    <a:pt x="1650" y="3160"/>
                  </a:lnTo>
                  <a:cubicBezTo>
                    <a:pt x="1688" y="3198"/>
                    <a:pt x="1737" y="3217"/>
                    <a:pt x="1787" y="3217"/>
                  </a:cubicBezTo>
                  <a:cubicBezTo>
                    <a:pt x="1838" y="3217"/>
                    <a:pt x="1888" y="3198"/>
                    <a:pt x="1928" y="3160"/>
                  </a:cubicBezTo>
                  <a:lnTo>
                    <a:pt x="4600" y="484"/>
                  </a:lnTo>
                  <a:cubicBezTo>
                    <a:pt x="4664" y="420"/>
                    <a:pt x="4745" y="389"/>
                    <a:pt x="4827" y="389"/>
                  </a:cubicBezTo>
                  <a:cubicBezTo>
                    <a:pt x="4908" y="389"/>
                    <a:pt x="4989" y="420"/>
                    <a:pt x="5053" y="484"/>
                  </a:cubicBezTo>
                  <a:lnTo>
                    <a:pt x="7195" y="2626"/>
                  </a:lnTo>
                  <a:cubicBezTo>
                    <a:pt x="7318" y="2749"/>
                    <a:pt x="7318" y="2951"/>
                    <a:pt x="7195" y="3074"/>
                  </a:cubicBezTo>
                  <a:lnTo>
                    <a:pt x="4518" y="5751"/>
                  </a:lnTo>
                  <a:cubicBezTo>
                    <a:pt x="4443" y="5826"/>
                    <a:pt x="4443" y="5950"/>
                    <a:pt x="4518" y="6028"/>
                  </a:cubicBezTo>
                  <a:lnTo>
                    <a:pt x="7195" y="8701"/>
                  </a:lnTo>
                  <a:cubicBezTo>
                    <a:pt x="7318" y="8828"/>
                    <a:pt x="7318" y="9027"/>
                    <a:pt x="7195" y="9154"/>
                  </a:cubicBezTo>
                  <a:lnTo>
                    <a:pt x="5053" y="11295"/>
                  </a:lnTo>
                  <a:cubicBezTo>
                    <a:pt x="4989" y="11357"/>
                    <a:pt x="4908" y="11388"/>
                    <a:pt x="4827" y="11388"/>
                  </a:cubicBezTo>
                  <a:cubicBezTo>
                    <a:pt x="4745" y="11388"/>
                    <a:pt x="4664" y="11357"/>
                    <a:pt x="4600" y="11295"/>
                  </a:cubicBezTo>
                  <a:lnTo>
                    <a:pt x="3593" y="10284"/>
                  </a:lnTo>
                  <a:cubicBezTo>
                    <a:pt x="3550" y="10242"/>
                    <a:pt x="3503" y="10225"/>
                    <a:pt x="3457" y="10225"/>
                  </a:cubicBezTo>
                  <a:cubicBezTo>
                    <a:pt x="3306" y="10225"/>
                    <a:pt x="3176" y="10420"/>
                    <a:pt x="3315" y="10562"/>
                  </a:cubicBezTo>
                  <a:lnTo>
                    <a:pt x="4326" y="11569"/>
                  </a:lnTo>
                  <a:cubicBezTo>
                    <a:pt x="4460" y="11703"/>
                    <a:pt x="4638" y="11779"/>
                    <a:pt x="4827" y="11779"/>
                  </a:cubicBezTo>
                  <a:cubicBezTo>
                    <a:pt x="5015" y="11779"/>
                    <a:pt x="5197" y="11703"/>
                    <a:pt x="5327" y="11569"/>
                  </a:cubicBezTo>
                  <a:lnTo>
                    <a:pt x="7469" y="9428"/>
                  </a:lnTo>
                  <a:cubicBezTo>
                    <a:pt x="7746" y="9150"/>
                    <a:pt x="7746" y="8701"/>
                    <a:pt x="7469" y="8427"/>
                  </a:cubicBezTo>
                  <a:lnTo>
                    <a:pt x="4933" y="5888"/>
                  </a:lnTo>
                  <a:lnTo>
                    <a:pt x="7469" y="3352"/>
                  </a:lnTo>
                  <a:cubicBezTo>
                    <a:pt x="7746" y="3074"/>
                    <a:pt x="7746" y="2626"/>
                    <a:pt x="7469" y="2351"/>
                  </a:cubicBezTo>
                  <a:lnTo>
                    <a:pt x="5327" y="206"/>
                  </a:lnTo>
                  <a:cubicBezTo>
                    <a:pt x="5190" y="69"/>
                    <a:pt x="5009" y="1"/>
                    <a:pt x="4828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8"/>
            <p:cNvSpPr/>
            <p:nvPr/>
          </p:nvSpPr>
          <p:spPr>
            <a:xfrm>
              <a:off x="5778658" y="3703488"/>
              <a:ext cx="192533" cy="308603"/>
            </a:xfrm>
            <a:custGeom>
              <a:rect b="b" l="l" r="r" t="t"/>
              <a:pathLst>
                <a:path extrusionOk="0" h="11781" w="7350">
                  <a:moveTo>
                    <a:pt x="2919" y="0"/>
                  </a:moveTo>
                  <a:cubicBezTo>
                    <a:pt x="2737" y="0"/>
                    <a:pt x="2557" y="69"/>
                    <a:pt x="2420" y="208"/>
                  </a:cubicBezTo>
                  <a:lnTo>
                    <a:pt x="278" y="2350"/>
                  </a:lnTo>
                  <a:cubicBezTo>
                    <a:pt x="0" y="2628"/>
                    <a:pt x="0" y="3076"/>
                    <a:pt x="278" y="3354"/>
                  </a:cubicBezTo>
                  <a:lnTo>
                    <a:pt x="2814" y="5890"/>
                  </a:lnTo>
                  <a:lnTo>
                    <a:pt x="278" y="8429"/>
                  </a:lnTo>
                  <a:cubicBezTo>
                    <a:pt x="0" y="8703"/>
                    <a:pt x="0" y="9152"/>
                    <a:pt x="278" y="9430"/>
                  </a:cubicBezTo>
                  <a:lnTo>
                    <a:pt x="2420" y="11571"/>
                  </a:lnTo>
                  <a:cubicBezTo>
                    <a:pt x="2550" y="11705"/>
                    <a:pt x="2731" y="11781"/>
                    <a:pt x="2920" y="11781"/>
                  </a:cubicBezTo>
                  <a:cubicBezTo>
                    <a:pt x="3108" y="11781"/>
                    <a:pt x="3287" y="11705"/>
                    <a:pt x="3420" y="11571"/>
                  </a:cubicBezTo>
                  <a:lnTo>
                    <a:pt x="5956" y="9032"/>
                  </a:lnTo>
                  <a:lnTo>
                    <a:pt x="6933" y="10009"/>
                  </a:lnTo>
                  <a:cubicBezTo>
                    <a:pt x="6976" y="10052"/>
                    <a:pt x="7024" y="10070"/>
                    <a:pt x="7070" y="10070"/>
                  </a:cubicBezTo>
                  <a:cubicBezTo>
                    <a:pt x="7221" y="10070"/>
                    <a:pt x="7349" y="9876"/>
                    <a:pt x="7210" y="9735"/>
                  </a:cubicBezTo>
                  <a:lnTo>
                    <a:pt x="6097" y="8621"/>
                  </a:lnTo>
                  <a:cubicBezTo>
                    <a:pt x="6059" y="8583"/>
                    <a:pt x="6008" y="8564"/>
                    <a:pt x="5958" y="8564"/>
                  </a:cubicBezTo>
                  <a:cubicBezTo>
                    <a:pt x="5907" y="8564"/>
                    <a:pt x="5857" y="8583"/>
                    <a:pt x="5819" y="8621"/>
                  </a:cubicBezTo>
                  <a:lnTo>
                    <a:pt x="3146" y="11297"/>
                  </a:lnTo>
                  <a:cubicBezTo>
                    <a:pt x="3083" y="11359"/>
                    <a:pt x="3000" y="11390"/>
                    <a:pt x="2919" y="11390"/>
                  </a:cubicBezTo>
                  <a:cubicBezTo>
                    <a:pt x="2837" y="11390"/>
                    <a:pt x="2755" y="11359"/>
                    <a:pt x="2694" y="11297"/>
                  </a:cubicBezTo>
                  <a:lnTo>
                    <a:pt x="552" y="9156"/>
                  </a:lnTo>
                  <a:cubicBezTo>
                    <a:pt x="429" y="9029"/>
                    <a:pt x="429" y="8827"/>
                    <a:pt x="552" y="8703"/>
                  </a:cubicBezTo>
                  <a:lnTo>
                    <a:pt x="3228" y="6027"/>
                  </a:lnTo>
                  <a:cubicBezTo>
                    <a:pt x="3304" y="5952"/>
                    <a:pt x="3304" y="5828"/>
                    <a:pt x="3228" y="5753"/>
                  </a:cubicBezTo>
                  <a:lnTo>
                    <a:pt x="552" y="3076"/>
                  </a:lnTo>
                  <a:cubicBezTo>
                    <a:pt x="429" y="2953"/>
                    <a:pt x="429" y="2751"/>
                    <a:pt x="552" y="2628"/>
                  </a:cubicBezTo>
                  <a:lnTo>
                    <a:pt x="2694" y="486"/>
                  </a:lnTo>
                  <a:cubicBezTo>
                    <a:pt x="2755" y="422"/>
                    <a:pt x="2837" y="391"/>
                    <a:pt x="2919" y="391"/>
                  </a:cubicBezTo>
                  <a:cubicBezTo>
                    <a:pt x="3000" y="391"/>
                    <a:pt x="3083" y="422"/>
                    <a:pt x="3146" y="486"/>
                  </a:cubicBezTo>
                  <a:lnTo>
                    <a:pt x="3759" y="1103"/>
                  </a:lnTo>
                  <a:cubicBezTo>
                    <a:pt x="3802" y="1145"/>
                    <a:pt x="3850" y="1162"/>
                    <a:pt x="3896" y="1162"/>
                  </a:cubicBezTo>
                  <a:cubicBezTo>
                    <a:pt x="4048" y="1162"/>
                    <a:pt x="4179" y="967"/>
                    <a:pt x="4037" y="825"/>
                  </a:cubicBezTo>
                  <a:lnTo>
                    <a:pt x="3420" y="208"/>
                  </a:lnTo>
                  <a:cubicBezTo>
                    <a:pt x="3281" y="69"/>
                    <a:pt x="3100" y="0"/>
                    <a:pt x="2919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38"/>
          <p:cNvGrpSpPr/>
          <p:nvPr/>
        </p:nvGrpSpPr>
        <p:grpSpPr>
          <a:xfrm>
            <a:off x="5469351" y="3689657"/>
            <a:ext cx="273559" cy="270460"/>
            <a:chOff x="5778658" y="3703488"/>
            <a:chExt cx="312140" cy="308603"/>
          </a:xfrm>
        </p:grpSpPr>
        <p:sp>
          <p:nvSpPr>
            <p:cNvPr id="778" name="Google Shape;778;p38"/>
            <p:cNvSpPr/>
            <p:nvPr/>
          </p:nvSpPr>
          <p:spPr>
            <a:xfrm>
              <a:off x="5784133" y="3708544"/>
              <a:ext cx="301190" cy="298466"/>
            </a:xfrm>
            <a:custGeom>
              <a:rect b="b" l="l" r="r" t="t"/>
              <a:pathLst>
                <a:path extrusionOk="0" h="11394" w="11498">
                  <a:moveTo>
                    <a:pt x="2709" y="1"/>
                  </a:moveTo>
                  <a:cubicBezTo>
                    <a:pt x="2577" y="1"/>
                    <a:pt x="2445" y="51"/>
                    <a:pt x="2344" y="152"/>
                  </a:cubicBezTo>
                  <a:lnTo>
                    <a:pt x="203" y="2294"/>
                  </a:lnTo>
                  <a:cubicBezTo>
                    <a:pt x="0" y="2493"/>
                    <a:pt x="0" y="2822"/>
                    <a:pt x="203" y="3021"/>
                  </a:cubicBezTo>
                  <a:lnTo>
                    <a:pt x="2879" y="5697"/>
                  </a:lnTo>
                  <a:lnTo>
                    <a:pt x="203" y="8373"/>
                  </a:lnTo>
                  <a:cubicBezTo>
                    <a:pt x="0" y="8572"/>
                    <a:pt x="0" y="8901"/>
                    <a:pt x="203" y="9100"/>
                  </a:cubicBezTo>
                  <a:lnTo>
                    <a:pt x="2344" y="11241"/>
                  </a:lnTo>
                  <a:cubicBezTo>
                    <a:pt x="2445" y="11343"/>
                    <a:pt x="2577" y="11393"/>
                    <a:pt x="2709" y="11393"/>
                  </a:cubicBezTo>
                  <a:cubicBezTo>
                    <a:pt x="2841" y="11393"/>
                    <a:pt x="2973" y="11343"/>
                    <a:pt x="3074" y="11241"/>
                  </a:cubicBezTo>
                  <a:lnTo>
                    <a:pt x="5750" y="8569"/>
                  </a:lnTo>
                  <a:lnTo>
                    <a:pt x="8423" y="11241"/>
                  </a:lnTo>
                  <a:cubicBezTo>
                    <a:pt x="8524" y="11343"/>
                    <a:pt x="8656" y="11393"/>
                    <a:pt x="8788" y="11393"/>
                  </a:cubicBezTo>
                  <a:cubicBezTo>
                    <a:pt x="8920" y="11393"/>
                    <a:pt x="9052" y="11343"/>
                    <a:pt x="9153" y="11241"/>
                  </a:cubicBezTo>
                  <a:lnTo>
                    <a:pt x="11295" y="9100"/>
                  </a:lnTo>
                  <a:cubicBezTo>
                    <a:pt x="11497" y="8901"/>
                    <a:pt x="11497" y="8572"/>
                    <a:pt x="11295" y="8373"/>
                  </a:cubicBezTo>
                  <a:lnTo>
                    <a:pt x="8615" y="5697"/>
                  </a:lnTo>
                  <a:lnTo>
                    <a:pt x="11292" y="3021"/>
                  </a:lnTo>
                  <a:cubicBezTo>
                    <a:pt x="11494" y="2822"/>
                    <a:pt x="11494" y="2493"/>
                    <a:pt x="11292" y="2294"/>
                  </a:cubicBezTo>
                  <a:lnTo>
                    <a:pt x="9150" y="152"/>
                  </a:lnTo>
                  <a:cubicBezTo>
                    <a:pt x="9049" y="51"/>
                    <a:pt x="8917" y="1"/>
                    <a:pt x="8785" y="1"/>
                  </a:cubicBezTo>
                  <a:cubicBezTo>
                    <a:pt x="8653" y="1"/>
                    <a:pt x="8521" y="51"/>
                    <a:pt x="8420" y="152"/>
                  </a:cubicBezTo>
                  <a:lnTo>
                    <a:pt x="5750" y="2829"/>
                  </a:lnTo>
                  <a:lnTo>
                    <a:pt x="3074" y="152"/>
                  </a:lnTo>
                  <a:cubicBezTo>
                    <a:pt x="2973" y="51"/>
                    <a:pt x="2841" y="1"/>
                    <a:pt x="2709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8"/>
            <p:cNvSpPr/>
            <p:nvPr/>
          </p:nvSpPr>
          <p:spPr>
            <a:xfrm>
              <a:off x="5887865" y="3703540"/>
              <a:ext cx="202933" cy="308551"/>
            </a:xfrm>
            <a:custGeom>
              <a:rect b="b" l="l" r="r" t="t"/>
              <a:pathLst>
                <a:path extrusionOk="0" h="11779" w="7747">
                  <a:moveTo>
                    <a:pt x="4828" y="1"/>
                  </a:moveTo>
                  <a:cubicBezTo>
                    <a:pt x="4647" y="1"/>
                    <a:pt x="4465" y="69"/>
                    <a:pt x="4326" y="206"/>
                  </a:cubicBezTo>
                  <a:lnTo>
                    <a:pt x="1790" y="2745"/>
                  </a:lnTo>
                  <a:lnTo>
                    <a:pt x="420" y="1375"/>
                  </a:lnTo>
                  <a:cubicBezTo>
                    <a:pt x="377" y="1332"/>
                    <a:pt x="329" y="1314"/>
                    <a:pt x="283" y="1314"/>
                  </a:cubicBezTo>
                  <a:cubicBezTo>
                    <a:pt x="131" y="1314"/>
                    <a:pt x="0" y="1510"/>
                    <a:pt x="142" y="1652"/>
                  </a:cubicBezTo>
                  <a:lnTo>
                    <a:pt x="1650" y="3160"/>
                  </a:lnTo>
                  <a:cubicBezTo>
                    <a:pt x="1688" y="3198"/>
                    <a:pt x="1737" y="3217"/>
                    <a:pt x="1787" y="3217"/>
                  </a:cubicBezTo>
                  <a:cubicBezTo>
                    <a:pt x="1838" y="3217"/>
                    <a:pt x="1888" y="3198"/>
                    <a:pt x="1928" y="3160"/>
                  </a:cubicBezTo>
                  <a:lnTo>
                    <a:pt x="4600" y="484"/>
                  </a:lnTo>
                  <a:cubicBezTo>
                    <a:pt x="4664" y="420"/>
                    <a:pt x="4745" y="389"/>
                    <a:pt x="4827" y="389"/>
                  </a:cubicBezTo>
                  <a:cubicBezTo>
                    <a:pt x="4908" y="389"/>
                    <a:pt x="4989" y="420"/>
                    <a:pt x="5053" y="484"/>
                  </a:cubicBezTo>
                  <a:lnTo>
                    <a:pt x="7195" y="2626"/>
                  </a:lnTo>
                  <a:cubicBezTo>
                    <a:pt x="7318" y="2749"/>
                    <a:pt x="7318" y="2951"/>
                    <a:pt x="7195" y="3074"/>
                  </a:cubicBezTo>
                  <a:lnTo>
                    <a:pt x="4518" y="5751"/>
                  </a:lnTo>
                  <a:cubicBezTo>
                    <a:pt x="4443" y="5826"/>
                    <a:pt x="4443" y="5950"/>
                    <a:pt x="4518" y="6028"/>
                  </a:cubicBezTo>
                  <a:lnTo>
                    <a:pt x="7195" y="8701"/>
                  </a:lnTo>
                  <a:cubicBezTo>
                    <a:pt x="7318" y="8828"/>
                    <a:pt x="7318" y="9027"/>
                    <a:pt x="7195" y="9154"/>
                  </a:cubicBezTo>
                  <a:lnTo>
                    <a:pt x="5053" y="11295"/>
                  </a:lnTo>
                  <a:cubicBezTo>
                    <a:pt x="4989" y="11357"/>
                    <a:pt x="4908" y="11388"/>
                    <a:pt x="4827" y="11388"/>
                  </a:cubicBezTo>
                  <a:cubicBezTo>
                    <a:pt x="4745" y="11388"/>
                    <a:pt x="4664" y="11357"/>
                    <a:pt x="4600" y="11295"/>
                  </a:cubicBezTo>
                  <a:lnTo>
                    <a:pt x="3593" y="10284"/>
                  </a:lnTo>
                  <a:cubicBezTo>
                    <a:pt x="3550" y="10242"/>
                    <a:pt x="3503" y="10225"/>
                    <a:pt x="3457" y="10225"/>
                  </a:cubicBezTo>
                  <a:cubicBezTo>
                    <a:pt x="3306" y="10225"/>
                    <a:pt x="3176" y="10420"/>
                    <a:pt x="3315" y="10562"/>
                  </a:cubicBezTo>
                  <a:lnTo>
                    <a:pt x="4326" y="11569"/>
                  </a:lnTo>
                  <a:cubicBezTo>
                    <a:pt x="4460" y="11703"/>
                    <a:pt x="4638" y="11779"/>
                    <a:pt x="4827" y="11779"/>
                  </a:cubicBezTo>
                  <a:cubicBezTo>
                    <a:pt x="5015" y="11779"/>
                    <a:pt x="5197" y="11703"/>
                    <a:pt x="5327" y="11569"/>
                  </a:cubicBezTo>
                  <a:lnTo>
                    <a:pt x="7469" y="9428"/>
                  </a:lnTo>
                  <a:cubicBezTo>
                    <a:pt x="7746" y="9150"/>
                    <a:pt x="7746" y="8701"/>
                    <a:pt x="7469" y="8427"/>
                  </a:cubicBezTo>
                  <a:lnTo>
                    <a:pt x="4933" y="5888"/>
                  </a:lnTo>
                  <a:lnTo>
                    <a:pt x="7469" y="3352"/>
                  </a:lnTo>
                  <a:cubicBezTo>
                    <a:pt x="7746" y="3074"/>
                    <a:pt x="7746" y="2626"/>
                    <a:pt x="7469" y="2351"/>
                  </a:cubicBezTo>
                  <a:lnTo>
                    <a:pt x="5327" y="206"/>
                  </a:lnTo>
                  <a:cubicBezTo>
                    <a:pt x="5190" y="69"/>
                    <a:pt x="5009" y="1"/>
                    <a:pt x="4828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8"/>
            <p:cNvSpPr/>
            <p:nvPr/>
          </p:nvSpPr>
          <p:spPr>
            <a:xfrm>
              <a:off x="5778658" y="3703488"/>
              <a:ext cx="192533" cy="308603"/>
            </a:xfrm>
            <a:custGeom>
              <a:rect b="b" l="l" r="r" t="t"/>
              <a:pathLst>
                <a:path extrusionOk="0" h="11781" w="7350">
                  <a:moveTo>
                    <a:pt x="2919" y="0"/>
                  </a:moveTo>
                  <a:cubicBezTo>
                    <a:pt x="2737" y="0"/>
                    <a:pt x="2557" y="69"/>
                    <a:pt x="2420" y="208"/>
                  </a:cubicBezTo>
                  <a:lnTo>
                    <a:pt x="278" y="2350"/>
                  </a:lnTo>
                  <a:cubicBezTo>
                    <a:pt x="0" y="2628"/>
                    <a:pt x="0" y="3076"/>
                    <a:pt x="278" y="3354"/>
                  </a:cubicBezTo>
                  <a:lnTo>
                    <a:pt x="2814" y="5890"/>
                  </a:lnTo>
                  <a:lnTo>
                    <a:pt x="278" y="8429"/>
                  </a:lnTo>
                  <a:cubicBezTo>
                    <a:pt x="0" y="8703"/>
                    <a:pt x="0" y="9152"/>
                    <a:pt x="278" y="9430"/>
                  </a:cubicBezTo>
                  <a:lnTo>
                    <a:pt x="2420" y="11571"/>
                  </a:lnTo>
                  <a:cubicBezTo>
                    <a:pt x="2550" y="11705"/>
                    <a:pt x="2731" y="11781"/>
                    <a:pt x="2920" y="11781"/>
                  </a:cubicBezTo>
                  <a:cubicBezTo>
                    <a:pt x="3108" y="11781"/>
                    <a:pt x="3287" y="11705"/>
                    <a:pt x="3420" y="11571"/>
                  </a:cubicBezTo>
                  <a:lnTo>
                    <a:pt x="5956" y="9032"/>
                  </a:lnTo>
                  <a:lnTo>
                    <a:pt x="6933" y="10009"/>
                  </a:lnTo>
                  <a:cubicBezTo>
                    <a:pt x="6976" y="10052"/>
                    <a:pt x="7024" y="10070"/>
                    <a:pt x="7070" y="10070"/>
                  </a:cubicBezTo>
                  <a:cubicBezTo>
                    <a:pt x="7221" y="10070"/>
                    <a:pt x="7349" y="9876"/>
                    <a:pt x="7210" y="9735"/>
                  </a:cubicBezTo>
                  <a:lnTo>
                    <a:pt x="6097" y="8621"/>
                  </a:lnTo>
                  <a:cubicBezTo>
                    <a:pt x="6059" y="8583"/>
                    <a:pt x="6008" y="8564"/>
                    <a:pt x="5958" y="8564"/>
                  </a:cubicBezTo>
                  <a:cubicBezTo>
                    <a:pt x="5907" y="8564"/>
                    <a:pt x="5857" y="8583"/>
                    <a:pt x="5819" y="8621"/>
                  </a:cubicBezTo>
                  <a:lnTo>
                    <a:pt x="3146" y="11297"/>
                  </a:lnTo>
                  <a:cubicBezTo>
                    <a:pt x="3083" y="11359"/>
                    <a:pt x="3000" y="11390"/>
                    <a:pt x="2919" y="11390"/>
                  </a:cubicBezTo>
                  <a:cubicBezTo>
                    <a:pt x="2837" y="11390"/>
                    <a:pt x="2755" y="11359"/>
                    <a:pt x="2694" y="11297"/>
                  </a:cubicBezTo>
                  <a:lnTo>
                    <a:pt x="552" y="9156"/>
                  </a:lnTo>
                  <a:cubicBezTo>
                    <a:pt x="429" y="9029"/>
                    <a:pt x="429" y="8827"/>
                    <a:pt x="552" y="8703"/>
                  </a:cubicBezTo>
                  <a:lnTo>
                    <a:pt x="3228" y="6027"/>
                  </a:lnTo>
                  <a:cubicBezTo>
                    <a:pt x="3304" y="5952"/>
                    <a:pt x="3304" y="5828"/>
                    <a:pt x="3228" y="5753"/>
                  </a:cubicBezTo>
                  <a:lnTo>
                    <a:pt x="552" y="3076"/>
                  </a:lnTo>
                  <a:cubicBezTo>
                    <a:pt x="429" y="2953"/>
                    <a:pt x="429" y="2751"/>
                    <a:pt x="552" y="2628"/>
                  </a:cubicBezTo>
                  <a:lnTo>
                    <a:pt x="2694" y="486"/>
                  </a:lnTo>
                  <a:cubicBezTo>
                    <a:pt x="2755" y="422"/>
                    <a:pt x="2837" y="391"/>
                    <a:pt x="2919" y="391"/>
                  </a:cubicBezTo>
                  <a:cubicBezTo>
                    <a:pt x="3000" y="391"/>
                    <a:pt x="3083" y="422"/>
                    <a:pt x="3146" y="486"/>
                  </a:cubicBezTo>
                  <a:lnTo>
                    <a:pt x="3759" y="1103"/>
                  </a:lnTo>
                  <a:cubicBezTo>
                    <a:pt x="3802" y="1145"/>
                    <a:pt x="3850" y="1162"/>
                    <a:pt x="3896" y="1162"/>
                  </a:cubicBezTo>
                  <a:cubicBezTo>
                    <a:pt x="4048" y="1162"/>
                    <a:pt x="4179" y="967"/>
                    <a:pt x="4037" y="825"/>
                  </a:cubicBezTo>
                  <a:lnTo>
                    <a:pt x="3420" y="208"/>
                  </a:lnTo>
                  <a:cubicBezTo>
                    <a:pt x="3281" y="69"/>
                    <a:pt x="3100" y="0"/>
                    <a:pt x="2919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Nasze rozwiązanie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786" name="Google Shape;786;p39"/>
          <p:cNvGraphicFramePr/>
          <p:nvPr/>
        </p:nvGraphicFramePr>
        <p:xfrm>
          <a:off x="580025" y="212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{677F7DA3-D2E6-4884-B9DB-FA8115AAEC6A}</a:tableStyleId>
              </a:tblPr>
              <a:tblGrid>
                <a:gridCol w="1709350"/>
                <a:gridCol w="2201550"/>
                <a:gridCol w="2137675"/>
                <a:gridCol w="2009675"/>
              </a:tblGrid>
              <a:tr h="66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730D3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87" name="Google Shape;787;p39"/>
          <p:cNvGrpSpPr/>
          <p:nvPr/>
        </p:nvGrpSpPr>
        <p:grpSpPr>
          <a:xfrm>
            <a:off x="5374384" y="2333674"/>
            <a:ext cx="338689" cy="252025"/>
            <a:chOff x="5197967" y="3714018"/>
            <a:chExt cx="386455" cy="287569"/>
          </a:xfrm>
        </p:grpSpPr>
        <p:sp>
          <p:nvSpPr>
            <p:cNvPr id="788" name="Google Shape;788;p39"/>
            <p:cNvSpPr/>
            <p:nvPr/>
          </p:nvSpPr>
          <p:spPr>
            <a:xfrm>
              <a:off x="5204595" y="3720148"/>
              <a:ext cx="373200" cy="275336"/>
            </a:xfrm>
            <a:custGeom>
              <a:rect b="b" l="l" r="r" t="t"/>
              <a:pathLst>
                <a:path extrusionOk="0" h="10511" w="14247">
                  <a:moveTo>
                    <a:pt x="12053" y="1"/>
                  </a:moveTo>
                  <a:lnTo>
                    <a:pt x="5600" y="6450"/>
                  </a:lnTo>
                  <a:cubicBezTo>
                    <a:pt x="5515" y="6537"/>
                    <a:pt x="5401" y="6581"/>
                    <a:pt x="5287" y="6581"/>
                  </a:cubicBezTo>
                  <a:cubicBezTo>
                    <a:pt x="5173" y="6581"/>
                    <a:pt x="5059" y="6537"/>
                    <a:pt x="4973" y="6450"/>
                  </a:cubicBezTo>
                  <a:lnTo>
                    <a:pt x="2194" y="3674"/>
                  </a:lnTo>
                  <a:lnTo>
                    <a:pt x="1" y="5867"/>
                  </a:lnTo>
                  <a:lnTo>
                    <a:pt x="4188" y="10055"/>
                  </a:lnTo>
                  <a:cubicBezTo>
                    <a:pt x="4480" y="10346"/>
                    <a:pt x="4874" y="10511"/>
                    <a:pt x="5288" y="10511"/>
                  </a:cubicBezTo>
                  <a:cubicBezTo>
                    <a:pt x="5700" y="10511"/>
                    <a:pt x="6094" y="10346"/>
                    <a:pt x="6385" y="10055"/>
                  </a:cubicBezTo>
                  <a:lnTo>
                    <a:pt x="14246" y="2194"/>
                  </a:lnTo>
                  <a:lnTo>
                    <a:pt x="120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5197967" y="3810259"/>
              <a:ext cx="323299" cy="191328"/>
            </a:xfrm>
            <a:custGeom>
              <a:rect b="b" l="l" r="r" t="t"/>
              <a:pathLst>
                <a:path extrusionOk="0" h="7304" w="12342">
                  <a:moveTo>
                    <a:pt x="2449" y="0"/>
                  </a:moveTo>
                  <a:cubicBezTo>
                    <a:pt x="2390" y="0"/>
                    <a:pt x="2331" y="23"/>
                    <a:pt x="2286" y="70"/>
                  </a:cubicBezTo>
                  <a:lnTo>
                    <a:pt x="89" y="2263"/>
                  </a:lnTo>
                  <a:cubicBezTo>
                    <a:pt x="0" y="2352"/>
                    <a:pt x="0" y="2499"/>
                    <a:pt x="89" y="2592"/>
                  </a:cubicBezTo>
                  <a:lnTo>
                    <a:pt x="4280" y="6779"/>
                  </a:lnTo>
                  <a:cubicBezTo>
                    <a:pt x="4613" y="7115"/>
                    <a:pt x="5065" y="7304"/>
                    <a:pt x="5541" y="7304"/>
                  </a:cubicBezTo>
                  <a:cubicBezTo>
                    <a:pt x="6014" y="7304"/>
                    <a:pt x="6470" y="7115"/>
                    <a:pt x="6803" y="6779"/>
                  </a:cubicBezTo>
                  <a:lnTo>
                    <a:pt x="12176" y="1410"/>
                  </a:lnTo>
                  <a:cubicBezTo>
                    <a:pt x="12341" y="1241"/>
                    <a:pt x="12186" y="1008"/>
                    <a:pt x="12007" y="1008"/>
                  </a:cubicBezTo>
                  <a:cubicBezTo>
                    <a:pt x="11953" y="1008"/>
                    <a:pt x="11897" y="1030"/>
                    <a:pt x="11847" y="1081"/>
                  </a:cubicBezTo>
                  <a:lnTo>
                    <a:pt x="6474" y="6450"/>
                  </a:lnTo>
                  <a:cubicBezTo>
                    <a:pt x="6215" y="6707"/>
                    <a:pt x="5877" y="6836"/>
                    <a:pt x="5540" y="6836"/>
                  </a:cubicBezTo>
                  <a:cubicBezTo>
                    <a:pt x="5203" y="6836"/>
                    <a:pt x="4866" y="6707"/>
                    <a:pt x="4609" y="6450"/>
                  </a:cubicBezTo>
                  <a:lnTo>
                    <a:pt x="586" y="2427"/>
                  </a:lnTo>
                  <a:lnTo>
                    <a:pt x="2451" y="563"/>
                  </a:lnTo>
                  <a:lnTo>
                    <a:pt x="3108" y="1221"/>
                  </a:lnTo>
                  <a:cubicBezTo>
                    <a:pt x="3159" y="1272"/>
                    <a:pt x="3216" y="1293"/>
                    <a:pt x="3271" y="1293"/>
                  </a:cubicBezTo>
                  <a:cubicBezTo>
                    <a:pt x="3451" y="1293"/>
                    <a:pt x="3606" y="1060"/>
                    <a:pt x="3437" y="892"/>
                  </a:cubicBezTo>
                  <a:lnTo>
                    <a:pt x="2615" y="70"/>
                  </a:lnTo>
                  <a:cubicBezTo>
                    <a:pt x="2569" y="23"/>
                    <a:pt x="2509" y="0"/>
                    <a:pt x="2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5292217" y="3714018"/>
              <a:ext cx="292205" cy="184622"/>
            </a:xfrm>
            <a:custGeom>
              <a:rect b="b" l="l" r="r" t="t"/>
              <a:pathLst>
                <a:path extrusionOk="0" h="7048" w="11155">
                  <a:moveTo>
                    <a:pt x="8706" y="1"/>
                  </a:moveTo>
                  <a:cubicBezTo>
                    <a:pt x="8646" y="1"/>
                    <a:pt x="8586" y="24"/>
                    <a:pt x="8540" y="70"/>
                  </a:cubicBezTo>
                  <a:lnTo>
                    <a:pt x="2091" y="6519"/>
                  </a:lnTo>
                  <a:cubicBezTo>
                    <a:pt x="2050" y="6560"/>
                    <a:pt x="1996" y="6581"/>
                    <a:pt x="1942" y="6581"/>
                  </a:cubicBezTo>
                  <a:cubicBezTo>
                    <a:pt x="1888" y="6581"/>
                    <a:pt x="1834" y="6560"/>
                    <a:pt x="1793" y="6519"/>
                  </a:cubicBezTo>
                  <a:lnTo>
                    <a:pt x="497" y="5224"/>
                  </a:lnTo>
                  <a:cubicBezTo>
                    <a:pt x="446" y="5173"/>
                    <a:pt x="390" y="5152"/>
                    <a:pt x="335" y="5152"/>
                  </a:cubicBezTo>
                  <a:cubicBezTo>
                    <a:pt x="155" y="5152"/>
                    <a:pt x="0" y="5385"/>
                    <a:pt x="168" y="5553"/>
                  </a:cubicBezTo>
                  <a:lnTo>
                    <a:pt x="1464" y="6848"/>
                  </a:lnTo>
                  <a:cubicBezTo>
                    <a:pt x="1591" y="6975"/>
                    <a:pt x="1762" y="7047"/>
                    <a:pt x="1943" y="7047"/>
                  </a:cubicBezTo>
                  <a:cubicBezTo>
                    <a:pt x="2122" y="7047"/>
                    <a:pt x="2293" y="6975"/>
                    <a:pt x="2423" y="6848"/>
                  </a:cubicBezTo>
                  <a:lnTo>
                    <a:pt x="8708" y="564"/>
                  </a:lnTo>
                  <a:lnTo>
                    <a:pt x="10572" y="2428"/>
                  </a:lnTo>
                  <a:lnTo>
                    <a:pt x="8903" y="4097"/>
                  </a:lnTo>
                  <a:cubicBezTo>
                    <a:pt x="8735" y="4265"/>
                    <a:pt x="8890" y="4498"/>
                    <a:pt x="9070" y="4498"/>
                  </a:cubicBezTo>
                  <a:cubicBezTo>
                    <a:pt x="9124" y="4498"/>
                    <a:pt x="9181" y="4477"/>
                    <a:pt x="9232" y="4426"/>
                  </a:cubicBezTo>
                  <a:lnTo>
                    <a:pt x="11066" y="2592"/>
                  </a:lnTo>
                  <a:cubicBezTo>
                    <a:pt x="11155" y="2500"/>
                    <a:pt x="11155" y="2356"/>
                    <a:pt x="11066" y="2263"/>
                  </a:cubicBezTo>
                  <a:lnTo>
                    <a:pt x="8869" y="70"/>
                  </a:lnTo>
                  <a:cubicBezTo>
                    <a:pt x="8824" y="24"/>
                    <a:pt x="8765" y="1"/>
                    <a:pt x="8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91" name="Google Shape;791;p39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39"/>
          <p:cNvSpPr txBox="1"/>
          <p:nvPr/>
        </p:nvSpPr>
        <p:spPr>
          <a:xfrm>
            <a:off x="2374375" y="1636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rPr>
              <a:t>Gromadzenie danych</a:t>
            </a:r>
            <a:endParaRPr/>
          </a:p>
        </p:txBody>
      </p:sp>
      <p:sp>
        <p:nvSpPr>
          <p:cNvPr id="793" name="Google Shape;793;p39"/>
          <p:cNvSpPr txBox="1"/>
          <p:nvPr/>
        </p:nvSpPr>
        <p:spPr>
          <a:xfrm>
            <a:off x="4708825" y="1636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rPr>
              <a:t>Rady ekspertów</a:t>
            </a:r>
            <a:endParaRPr/>
          </a:p>
        </p:txBody>
      </p:sp>
      <p:sp>
        <p:nvSpPr>
          <p:cNvPr id="794" name="Google Shape;794;p39"/>
          <p:cNvSpPr txBox="1"/>
          <p:nvPr/>
        </p:nvSpPr>
        <p:spPr>
          <a:xfrm>
            <a:off x="6914725" y="1636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rPr>
              <a:t>Powiadomienia</a:t>
            </a:r>
            <a:endParaRPr/>
          </a:p>
        </p:txBody>
      </p:sp>
      <p:grpSp>
        <p:nvGrpSpPr>
          <p:cNvPr id="795" name="Google Shape;795;p39"/>
          <p:cNvGrpSpPr/>
          <p:nvPr/>
        </p:nvGrpSpPr>
        <p:grpSpPr>
          <a:xfrm>
            <a:off x="7500984" y="2360761"/>
            <a:ext cx="338689" cy="252025"/>
            <a:chOff x="5197967" y="3714018"/>
            <a:chExt cx="386455" cy="287569"/>
          </a:xfrm>
        </p:grpSpPr>
        <p:sp>
          <p:nvSpPr>
            <p:cNvPr id="796" name="Google Shape;796;p39"/>
            <p:cNvSpPr/>
            <p:nvPr/>
          </p:nvSpPr>
          <p:spPr>
            <a:xfrm>
              <a:off x="5204595" y="3720148"/>
              <a:ext cx="373200" cy="275336"/>
            </a:xfrm>
            <a:custGeom>
              <a:rect b="b" l="l" r="r" t="t"/>
              <a:pathLst>
                <a:path extrusionOk="0" h="10511" w="14247">
                  <a:moveTo>
                    <a:pt x="12053" y="1"/>
                  </a:moveTo>
                  <a:lnTo>
                    <a:pt x="5600" y="6450"/>
                  </a:lnTo>
                  <a:cubicBezTo>
                    <a:pt x="5515" y="6537"/>
                    <a:pt x="5401" y="6581"/>
                    <a:pt x="5287" y="6581"/>
                  </a:cubicBezTo>
                  <a:cubicBezTo>
                    <a:pt x="5173" y="6581"/>
                    <a:pt x="5059" y="6537"/>
                    <a:pt x="4973" y="6450"/>
                  </a:cubicBezTo>
                  <a:lnTo>
                    <a:pt x="2194" y="3674"/>
                  </a:lnTo>
                  <a:lnTo>
                    <a:pt x="1" y="5867"/>
                  </a:lnTo>
                  <a:lnTo>
                    <a:pt x="4188" y="10055"/>
                  </a:lnTo>
                  <a:cubicBezTo>
                    <a:pt x="4480" y="10346"/>
                    <a:pt x="4874" y="10511"/>
                    <a:pt x="5288" y="10511"/>
                  </a:cubicBezTo>
                  <a:cubicBezTo>
                    <a:pt x="5700" y="10511"/>
                    <a:pt x="6094" y="10346"/>
                    <a:pt x="6385" y="10055"/>
                  </a:cubicBezTo>
                  <a:lnTo>
                    <a:pt x="14246" y="2194"/>
                  </a:lnTo>
                  <a:lnTo>
                    <a:pt x="120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5197967" y="3810259"/>
              <a:ext cx="323299" cy="191328"/>
            </a:xfrm>
            <a:custGeom>
              <a:rect b="b" l="l" r="r" t="t"/>
              <a:pathLst>
                <a:path extrusionOk="0" h="7304" w="12342">
                  <a:moveTo>
                    <a:pt x="2449" y="0"/>
                  </a:moveTo>
                  <a:cubicBezTo>
                    <a:pt x="2390" y="0"/>
                    <a:pt x="2331" y="23"/>
                    <a:pt x="2286" y="70"/>
                  </a:cubicBezTo>
                  <a:lnTo>
                    <a:pt x="89" y="2263"/>
                  </a:lnTo>
                  <a:cubicBezTo>
                    <a:pt x="0" y="2352"/>
                    <a:pt x="0" y="2499"/>
                    <a:pt x="89" y="2592"/>
                  </a:cubicBezTo>
                  <a:lnTo>
                    <a:pt x="4280" y="6779"/>
                  </a:lnTo>
                  <a:cubicBezTo>
                    <a:pt x="4613" y="7115"/>
                    <a:pt x="5065" y="7304"/>
                    <a:pt x="5541" y="7304"/>
                  </a:cubicBezTo>
                  <a:cubicBezTo>
                    <a:pt x="6014" y="7304"/>
                    <a:pt x="6470" y="7115"/>
                    <a:pt x="6803" y="6779"/>
                  </a:cubicBezTo>
                  <a:lnTo>
                    <a:pt x="12176" y="1410"/>
                  </a:lnTo>
                  <a:cubicBezTo>
                    <a:pt x="12341" y="1241"/>
                    <a:pt x="12186" y="1008"/>
                    <a:pt x="12007" y="1008"/>
                  </a:cubicBezTo>
                  <a:cubicBezTo>
                    <a:pt x="11953" y="1008"/>
                    <a:pt x="11897" y="1030"/>
                    <a:pt x="11847" y="1081"/>
                  </a:cubicBezTo>
                  <a:lnTo>
                    <a:pt x="6474" y="6450"/>
                  </a:lnTo>
                  <a:cubicBezTo>
                    <a:pt x="6215" y="6707"/>
                    <a:pt x="5877" y="6836"/>
                    <a:pt x="5540" y="6836"/>
                  </a:cubicBezTo>
                  <a:cubicBezTo>
                    <a:pt x="5203" y="6836"/>
                    <a:pt x="4866" y="6707"/>
                    <a:pt x="4609" y="6450"/>
                  </a:cubicBezTo>
                  <a:lnTo>
                    <a:pt x="586" y="2427"/>
                  </a:lnTo>
                  <a:lnTo>
                    <a:pt x="2451" y="563"/>
                  </a:lnTo>
                  <a:lnTo>
                    <a:pt x="3108" y="1221"/>
                  </a:lnTo>
                  <a:cubicBezTo>
                    <a:pt x="3159" y="1272"/>
                    <a:pt x="3216" y="1293"/>
                    <a:pt x="3271" y="1293"/>
                  </a:cubicBezTo>
                  <a:cubicBezTo>
                    <a:pt x="3451" y="1293"/>
                    <a:pt x="3606" y="1060"/>
                    <a:pt x="3437" y="892"/>
                  </a:cubicBezTo>
                  <a:lnTo>
                    <a:pt x="2615" y="70"/>
                  </a:lnTo>
                  <a:cubicBezTo>
                    <a:pt x="2569" y="23"/>
                    <a:pt x="2509" y="0"/>
                    <a:pt x="2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5292217" y="3714018"/>
              <a:ext cx="292205" cy="184622"/>
            </a:xfrm>
            <a:custGeom>
              <a:rect b="b" l="l" r="r" t="t"/>
              <a:pathLst>
                <a:path extrusionOk="0" h="7048" w="11155">
                  <a:moveTo>
                    <a:pt x="8706" y="1"/>
                  </a:moveTo>
                  <a:cubicBezTo>
                    <a:pt x="8646" y="1"/>
                    <a:pt x="8586" y="24"/>
                    <a:pt x="8540" y="70"/>
                  </a:cubicBezTo>
                  <a:lnTo>
                    <a:pt x="2091" y="6519"/>
                  </a:lnTo>
                  <a:cubicBezTo>
                    <a:pt x="2050" y="6560"/>
                    <a:pt x="1996" y="6581"/>
                    <a:pt x="1942" y="6581"/>
                  </a:cubicBezTo>
                  <a:cubicBezTo>
                    <a:pt x="1888" y="6581"/>
                    <a:pt x="1834" y="6560"/>
                    <a:pt x="1793" y="6519"/>
                  </a:cubicBezTo>
                  <a:lnTo>
                    <a:pt x="497" y="5224"/>
                  </a:lnTo>
                  <a:cubicBezTo>
                    <a:pt x="446" y="5173"/>
                    <a:pt x="390" y="5152"/>
                    <a:pt x="335" y="5152"/>
                  </a:cubicBezTo>
                  <a:cubicBezTo>
                    <a:pt x="155" y="5152"/>
                    <a:pt x="0" y="5385"/>
                    <a:pt x="168" y="5553"/>
                  </a:cubicBezTo>
                  <a:lnTo>
                    <a:pt x="1464" y="6848"/>
                  </a:lnTo>
                  <a:cubicBezTo>
                    <a:pt x="1591" y="6975"/>
                    <a:pt x="1762" y="7047"/>
                    <a:pt x="1943" y="7047"/>
                  </a:cubicBezTo>
                  <a:cubicBezTo>
                    <a:pt x="2122" y="7047"/>
                    <a:pt x="2293" y="6975"/>
                    <a:pt x="2423" y="6848"/>
                  </a:cubicBezTo>
                  <a:lnTo>
                    <a:pt x="8708" y="564"/>
                  </a:lnTo>
                  <a:lnTo>
                    <a:pt x="10572" y="2428"/>
                  </a:lnTo>
                  <a:lnTo>
                    <a:pt x="8903" y="4097"/>
                  </a:lnTo>
                  <a:cubicBezTo>
                    <a:pt x="8735" y="4265"/>
                    <a:pt x="8890" y="4498"/>
                    <a:pt x="9070" y="4498"/>
                  </a:cubicBezTo>
                  <a:cubicBezTo>
                    <a:pt x="9124" y="4498"/>
                    <a:pt x="9181" y="4477"/>
                    <a:pt x="9232" y="4426"/>
                  </a:cubicBezTo>
                  <a:lnTo>
                    <a:pt x="11066" y="2592"/>
                  </a:lnTo>
                  <a:cubicBezTo>
                    <a:pt x="11155" y="2500"/>
                    <a:pt x="11155" y="2356"/>
                    <a:pt x="11066" y="2263"/>
                  </a:cubicBezTo>
                  <a:lnTo>
                    <a:pt x="8869" y="70"/>
                  </a:lnTo>
                  <a:cubicBezTo>
                    <a:pt x="8824" y="24"/>
                    <a:pt x="8765" y="1"/>
                    <a:pt x="8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39"/>
          <p:cNvGrpSpPr/>
          <p:nvPr/>
        </p:nvGrpSpPr>
        <p:grpSpPr>
          <a:xfrm>
            <a:off x="3247784" y="2360749"/>
            <a:ext cx="338689" cy="252025"/>
            <a:chOff x="5197967" y="3714018"/>
            <a:chExt cx="386455" cy="287569"/>
          </a:xfrm>
        </p:grpSpPr>
        <p:sp>
          <p:nvSpPr>
            <p:cNvPr id="800" name="Google Shape;800;p39"/>
            <p:cNvSpPr/>
            <p:nvPr/>
          </p:nvSpPr>
          <p:spPr>
            <a:xfrm>
              <a:off x="5204595" y="3720148"/>
              <a:ext cx="373200" cy="275336"/>
            </a:xfrm>
            <a:custGeom>
              <a:rect b="b" l="l" r="r" t="t"/>
              <a:pathLst>
                <a:path extrusionOk="0" h="10511" w="14247">
                  <a:moveTo>
                    <a:pt x="12053" y="1"/>
                  </a:moveTo>
                  <a:lnTo>
                    <a:pt x="5600" y="6450"/>
                  </a:lnTo>
                  <a:cubicBezTo>
                    <a:pt x="5515" y="6537"/>
                    <a:pt x="5401" y="6581"/>
                    <a:pt x="5287" y="6581"/>
                  </a:cubicBezTo>
                  <a:cubicBezTo>
                    <a:pt x="5173" y="6581"/>
                    <a:pt x="5059" y="6537"/>
                    <a:pt x="4973" y="6450"/>
                  </a:cubicBezTo>
                  <a:lnTo>
                    <a:pt x="2194" y="3674"/>
                  </a:lnTo>
                  <a:lnTo>
                    <a:pt x="1" y="5867"/>
                  </a:lnTo>
                  <a:lnTo>
                    <a:pt x="4188" y="10055"/>
                  </a:lnTo>
                  <a:cubicBezTo>
                    <a:pt x="4480" y="10346"/>
                    <a:pt x="4874" y="10511"/>
                    <a:pt x="5288" y="10511"/>
                  </a:cubicBezTo>
                  <a:cubicBezTo>
                    <a:pt x="5700" y="10511"/>
                    <a:pt x="6094" y="10346"/>
                    <a:pt x="6385" y="10055"/>
                  </a:cubicBezTo>
                  <a:lnTo>
                    <a:pt x="14246" y="2194"/>
                  </a:lnTo>
                  <a:lnTo>
                    <a:pt x="120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5197967" y="3810259"/>
              <a:ext cx="323299" cy="191328"/>
            </a:xfrm>
            <a:custGeom>
              <a:rect b="b" l="l" r="r" t="t"/>
              <a:pathLst>
                <a:path extrusionOk="0" h="7304" w="12342">
                  <a:moveTo>
                    <a:pt x="2449" y="0"/>
                  </a:moveTo>
                  <a:cubicBezTo>
                    <a:pt x="2390" y="0"/>
                    <a:pt x="2331" y="23"/>
                    <a:pt x="2286" y="70"/>
                  </a:cubicBezTo>
                  <a:lnTo>
                    <a:pt x="89" y="2263"/>
                  </a:lnTo>
                  <a:cubicBezTo>
                    <a:pt x="0" y="2352"/>
                    <a:pt x="0" y="2499"/>
                    <a:pt x="89" y="2592"/>
                  </a:cubicBezTo>
                  <a:lnTo>
                    <a:pt x="4280" y="6779"/>
                  </a:lnTo>
                  <a:cubicBezTo>
                    <a:pt x="4613" y="7115"/>
                    <a:pt x="5065" y="7304"/>
                    <a:pt x="5541" y="7304"/>
                  </a:cubicBezTo>
                  <a:cubicBezTo>
                    <a:pt x="6014" y="7304"/>
                    <a:pt x="6470" y="7115"/>
                    <a:pt x="6803" y="6779"/>
                  </a:cubicBezTo>
                  <a:lnTo>
                    <a:pt x="12176" y="1410"/>
                  </a:lnTo>
                  <a:cubicBezTo>
                    <a:pt x="12341" y="1241"/>
                    <a:pt x="12186" y="1008"/>
                    <a:pt x="12007" y="1008"/>
                  </a:cubicBezTo>
                  <a:cubicBezTo>
                    <a:pt x="11953" y="1008"/>
                    <a:pt x="11897" y="1030"/>
                    <a:pt x="11847" y="1081"/>
                  </a:cubicBezTo>
                  <a:lnTo>
                    <a:pt x="6474" y="6450"/>
                  </a:lnTo>
                  <a:cubicBezTo>
                    <a:pt x="6215" y="6707"/>
                    <a:pt x="5877" y="6836"/>
                    <a:pt x="5540" y="6836"/>
                  </a:cubicBezTo>
                  <a:cubicBezTo>
                    <a:pt x="5203" y="6836"/>
                    <a:pt x="4866" y="6707"/>
                    <a:pt x="4609" y="6450"/>
                  </a:cubicBezTo>
                  <a:lnTo>
                    <a:pt x="586" y="2427"/>
                  </a:lnTo>
                  <a:lnTo>
                    <a:pt x="2451" y="563"/>
                  </a:lnTo>
                  <a:lnTo>
                    <a:pt x="3108" y="1221"/>
                  </a:lnTo>
                  <a:cubicBezTo>
                    <a:pt x="3159" y="1272"/>
                    <a:pt x="3216" y="1293"/>
                    <a:pt x="3271" y="1293"/>
                  </a:cubicBezTo>
                  <a:cubicBezTo>
                    <a:pt x="3451" y="1293"/>
                    <a:pt x="3606" y="1060"/>
                    <a:pt x="3437" y="892"/>
                  </a:cubicBezTo>
                  <a:lnTo>
                    <a:pt x="2615" y="70"/>
                  </a:lnTo>
                  <a:cubicBezTo>
                    <a:pt x="2569" y="23"/>
                    <a:pt x="2509" y="0"/>
                    <a:pt x="2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5292217" y="3714018"/>
              <a:ext cx="292205" cy="184622"/>
            </a:xfrm>
            <a:custGeom>
              <a:rect b="b" l="l" r="r" t="t"/>
              <a:pathLst>
                <a:path extrusionOk="0" h="7048" w="11155">
                  <a:moveTo>
                    <a:pt x="8706" y="1"/>
                  </a:moveTo>
                  <a:cubicBezTo>
                    <a:pt x="8646" y="1"/>
                    <a:pt x="8586" y="24"/>
                    <a:pt x="8540" y="70"/>
                  </a:cubicBezTo>
                  <a:lnTo>
                    <a:pt x="2091" y="6519"/>
                  </a:lnTo>
                  <a:cubicBezTo>
                    <a:pt x="2050" y="6560"/>
                    <a:pt x="1996" y="6581"/>
                    <a:pt x="1942" y="6581"/>
                  </a:cubicBezTo>
                  <a:cubicBezTo>
                    <a:pt x="1888" y="6581"/>
                    <a:pt x="1834" y="6560"/>
                    <a:pt x="1793" y="6519"/>
                  </a:cubicBezTo>
                  <a:lnTo>
                    <a:pt x="497" y="5224"/>
                  </a:lnTo>
                  <a:cubicBezTo>
                    <a:pt x="446" y="5173"/>
                    <a:pt x="390" y="5152"/>
                    <a:pt x="335" y="5152"/>
                  </a:cubicBezTo>
                  <a:cubicBezTo>
                    <a:pt x="155" y="5152"/>
                    <a:pt x="0" y="5385"/>
                    <a:pt x="168" y="5553"/>
                  </a:cubicBezTo>
                  <a:lnTo>
                    <a:pt x="1464" y="6848"/>
                  </a:lnTo>
                  <a:cubicBezTo>
                    <a:pt x="1591" y="6975"/>
                    <a:pt x="1762" y="7047"/>
                    <a:pt x="1943" y="7047"/>
                  </a:cubicBezTo>
                  <a:cubicBezTo>
                    <a:pt x="2122" y="7047"/>
                    <a:pt x="2293" y="6975"/>
                    <a:pt x="2423" y="6848"/>
                  </a:cubicBezTo>
                  <a:lnTo>
                    <a:pt x="8708" y="564"/>
                  </a:lnTo>
                  <a:lnTo>
                    <a:pt x="10572" y="2428"/>
                  </a:lnTo>
                  <a:lnTo>
                    <a:pt x="8903" y="4097"/>
                  </a:lnTo>
                  <a:cubicBezTo>
                    <a:pt x="8735" y="4265"/>
                    <a:pt x="8890" y="4498"/>
                    <a:pt x="9070" y="4498"/>
                  </a:cubicBezTo>
                  <a:cubicBezTo>
                    <a:pt x="9124" y="4498"/>
                    <a:pt x="9181" y="4477"/>
                    <a:pt x="9232" y="4426"/>
                  </a:cubicBezTo>
                  <a:lnTo>
                    <a:pt x="11066" y="2592"/>
                  </a:lnTo>
                  <a:cubicBezTo>
                    <a:pt x="11155" y="2500"/>
                    <a:pt x="11155" y="2356"/>
                    <a:pt x="11066" y="2263"/>
                  </a:cubicBezTo>
                  <a:lnTo>
                    <a:pt x="8869" y="70"/>
                  </a:lnTo>
                  <a:cubicBezTo>
                    <a:pt x="8824" y="24"/>
                    <a:pt x="8765" y="1"/>
                    <a:pt x="8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3" name="Google Shape;803;p39"/>
          <p:cNvSpPr txBox="1"/>
          <p:nvPr>
            <p:ph type="title"/>
          </p:nvPr>
        </p:nvSpPr>
        <p:spPr>
          <a:xfrm>
            <a:off x="757150" y="348797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i</a:t>
            </a: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 więcej!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04" name="Google Shape;80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075" y="1755976"/>
            <a:ext cx="1931300" cy="140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445025"/>
            <a:ext cx="775552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Znaczenie nazwy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16" name="Google Shape;816;p41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41"/>
          <p:cNvSpPr txBox="1"/>
          <p:nvPr/>
        </p:nvSpPr>
        <p:spPr>
          <a:xfrm>
            <a:off x="996600" y="1488725"/>
            <a:ext cx="71508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Plum Job </a:t>
            </a:r>
            <a:r>
              <a:rPr i="1" lang="en" sz="2700">
                <a:latin typeface="Kanit"/>
                <a:ea typeface="Kanit"/>
                <a:cs typeface="Kanit"/>
                <a:sym typeface="Kanit"/>
              </a:rPr>
              <a:t>- </a:t>
            </a:r>
            <a:r>
              <a:rPr i="1" lang="en" sz="2700">
                <a:latin typeface="Kanit"/>
                <a:ea typeface="Kanit"/>
                <a:cs typeface="Kanit"/>
                <a:sym typeface="Kanit"/>
              </a:rPr>
              <a:t>highly desirable job or position, often characterised by excellent pay, benefits, working conditions, and opportunities for advancement. </a:t>
            </a:r>
            <a:endParaRPr i="1" sz="27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rgbClr val="999999"/>
                </a:solidFill>
                <a:latin typeface="Kanit"/>
                <a:ea typeface="Kanit"/>
                <a:cs typeface="Kanit"/>
                <a:sym typeface="Kanit"/>
              </a:rPr>
              <a:t>(according to multiple dictionaries)</a:t>
            </a:r>
            <a:endParaRPr i="1" sz="1900">
              <a:solidFill>
                <a:srgbClr val="999999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Znaczenie nazwy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23" name="Google Shape;823;p42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7975" y="1121700"/>
            <a:ext cx="4293676" cy="35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3"/>
          <p:cNvSpPr txBox="1"/>
          <p:nvPr>
            <p:ph type="title"/>
          </p:nvPr>
        </p:nvSpPr>
        <p:spPr>
          <a:xfrm>
            <a:off x="720000" y="2117000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User story</a:t>
            </a:r>
            <a:endParaRPr sz="4500"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30" name="Google Shape;830;p43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To jest Kasia.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36" name="Google Shape;836;p44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44"/>
          <p:cNvSpPr txBox="1"/>
          <p:nvPr/>
        </p:nvSpPr>
        <p:spPr>
          <a:xfrm>
            <a:off x="929200" y="1374425"/>
            <a:ext cx="770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38" name="Google Shape;838;p44" title="ChatGPT Image 9 cze 2025, 15_41_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855200"/>
            <a:ext cx="2858875" cy="428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4"/>
          <p:cNvSpPr txBox="1"/>
          <p:nvPr/>
        </p:nvSpPr>
        <p:spPr>
          <a:xfrm>
            <a:off x="3786575" y="1280500"/>
            <a:ext cx="46389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30D3F"/>
                </a:solidFill>
              </a:rPr>
              <a:t>W</a:t>
            </a:r>
            <a:r>
              <a:rPr b="1" lang="en" sz="1700">
                <a:solidFill>
                  <a:srgbClr val="730D3F"/>
                </a:solidFill>
              </a:rPr>
              <a:t>iek:</a:t>
            </a:r>
            <a:r>
              <a:rPr lang="en" sz="1700"/>
              <a:t> </a:t>
            </a:r>
            <a:r>
              <a:rPr i="1" lang="en" sz="1700"/>
              <a:t>25 lat</a:t>
            </a:r>
            <a:br>
              <a:rPr lang="en" sz="1700"/>
            </a:br>
            <a:r>
              <a:rPr b="1" lang="en" sz="1700">
                <a:solidFill>
                  <a:srgbClr val="730D3F"/>
                </a:solidFill>
              </a:rPr>
              <a:t>Wykształcenie: </a:t>
            </a:r>
            <a:r>
              <a:rPr i="1" lang="en" sz="1700"/>
              <a:t>Informatyka, UJ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30D3F"/>
                </a:solidFill>
              </a:rPr>
              <a:t>Doświadczenie zawodowe:</a:t>
            </a:r>
            <a:r>
              <a:rPr lang="en" sz="1700"/>
              <a:t> </a:t>
            </a:r>
            <a:r>
              <a:rPr i="1" lang="en" sz="1700"/>
              <a:t>2 lata jako SWE 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/>
              <a:t>w małym software housie</a:t>
            </a:r>
            <a:br>
              <a:rPr i="1" lang="en" sz="1700"/>
            </a:b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30D3F"/>
                </a:solidFill>
              </a:rPr>
              <a:t>Cel: </a:t>
            </a:r>
            <a:r>
              <a:rPr i="1" lang="en" sz="1700"/>
              <a:t>Przejście na bardziej ambitne projekty w międzynarodowej firmie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30D3F"/>
                </a:solidFill>
              </a:rPr>
              <a:t>Problemy: </a:t>
            </a:r>
            <a:r>
              <a:rPr i="1" lang="en" sz="1700"/>
              <a:t>Brak wiedzy o standardach rekrutacji do firm typu FAANG, przytłoczenie i dezorganizacja w ilości i etapie złożonych aplikacji, mała ilość odpowiedzi.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Kasia i PlumJob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45" name="Google Shape;845;p45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45"/>
          <p:cNvSpPr txBox="1"/>
          <p:nvPr/>
        </p:nvSpPr>
        <p:spPr>
          <a:xfrm>
            <a:off x="929200" y="1374425"/>
            <a:ext cx="770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847" name="Google Shape;847;p45"/>
          <p:cNvSpPr txBox="1"/>
          <p:nvPr/>
        </p:nvSpPr>
        <p:spPr>
          <a:xfrm>
            <a:off x="929200" y="1225850"/>
            <a:ext cx="46389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30D3F"/>
                </a:solidFill>
              </a:rPr>
              <a:t>Zorganizowana i zorientowana, </a:t>
            </a:r>
            <a:r>
              <a:rPr i="1" lang="en" sz="1800"/>
              <a:t>nie musi pamiętać, co niej wymagane na każdym etapie rekrutacji i otrzymuje przypomnienia o rozmowach i innych terminach.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30D3F"/>
                </a:solidFill>
              </a:rPr>
              <a:t>Rozchwytywana kandydatka</a:t>
            </a:r>
            <a:r>
              <a:rPr i="1" lang="en" sz="1800"/>
              <a:t> z przyciągającym uwagę CV, pozytywnie rozpatrywanym przez systemy ATS oraz ludzkich rekruterów.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30D3F"/>
                </a:solidFill>
              </a:rPr>
              <a:t>Spokojna o swój sukces w rozmowach</a:t>
            </a:r>
            <a:br>
              <a:rPr b="1" lang="en" sz="1800">
                <a:solidFill>
                  <a:srgbClr val="730D3F"/>
                </a:solidFill>
              </a:rPr>
            </a:br>
            <a:r>
              <a:rPr b="1" lang="en" sz="1800">
                <a:solidFill>
                  <a:srgbClr val="730D3F"/>
                </a:solidFill>
              </a:rPr>
              <a:t>i nowym miejscu pracy</a:t>
            </a:r>
            <a:r>
              <a:rPr i="1" lang="en" sz="1800"/>
              <a:t>, dzięki licznym poradom ekspertów.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/>
          </a:p>
        </p:txBody>
      </p:sp>
      <p:pic>
        <p:nvPicPr>
          <p:cNvPr id="848" name="Google Shape;848;p45" title="ChatGPT Image 9 cze 2025, 15_56_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950" y="781825"/>
            <a:ext cx="2918249" cy="437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45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202">
            <a:off x="6654775" y="2759000"/>
            <a:ext cx="222275" cy="2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Stack technologiczny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55" name="Google Shape;855;p46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2675" y="1448913"/>
            <a:ext cx="815617" cy="1495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6550" y="3385750"/>
            <a:ext cx="906598" cy="906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ma Brand Usage Guidelines | Figma" id="858" name="Google Shape;858;p46"/>
          <p:cNvPicPr preferRelativeResize="0"/>
          <p:nvPr/>
        </p:nvPicPr>
        <p:blipFill rotWithShape="1">
          <a:blip r:embed="rId6">
            <a:alphaModFix/>
          </a:blip>
          <a:srcRect b="0" l="24553" r="16151" t="0"/>
          <a:stretch/>
        </p:blipFill>
        <p:spPr>
          <a:xfrm>
            <a:off x="4052175" y="3085625"/>
            <a:ext cx="815625" cy="13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9536" y="1677227"/>
            <a:ext cx="2559300" cy="975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91050" y="1708600"/>
            <a:ext cx="1037851" cy="103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70398" y="3320125"/>
            <a:ext cx="1853600" cy="9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4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58373" y="3500500"/>
            <a:ext cx="1321456" cy="79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4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99783" y="3041745"/>
            <a:ext cx="1375600" cy="13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4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12613" y="1809300"/>
            <a:ext cx="2324650" cy="71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7"/>
          <p:cNvSpPr txBox="1"/>
          <p:nvPr>
            <p:ph type="title"/>
          </p:nvPr>
        </p:nvSpPr>
        <p:spPr>
          <a:xfrm>
            <a:off x="720000" y="2117000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Live Demo</a:t>
            </a:r>
            <a:endParaRPr sz="4500"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70" name="Google Shape;870;p47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Organizacja pracy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76" name="Google Shape;87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600" y="1170125"/>
            <a:ext cx="8328398" cy="3789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925" y="3030775"/>
            <a:ext cx="4627398" cy="20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48"/>
          <p:cNvPicPr preferRelativeResize="0"/>
          <p:nvPr/>
        </p:nvPicPr>
        <p:blipFill rotWithShape="1">
          <a:blip r:embed="rId5">
            <a:alphaModFix/>
          </a:blip>
          <a:srcRect b="0" l="0" r="0" t="66261"/>
          <a:stretch/>
        </p:blipFill>
        <p:spPr>
          <a:xfrm>
            <a:off x="5926200" y="1895224"/>
            <a:ext cx="3217801" cy="4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48"/>
          <p:cNvPicPr preferRelativeResize="0"/>
          <p:nvPr/>
        </p:nvPicPr>
        <p:blipFill rotWithShape="1">
          <a:blip r:embed="rId5">
            <a:alphaModFix/>
          </a:blip>
          <a:srcRect b="60874" l="0" r="0" t="0"/>
          <a:stretch/>
        </p:blipFill>
        <p:spPr>
          <a:xfrm>
            <a:off x="5838375" y="1170124"/>
            <a:ext cx="321780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51738" y="2817463"/>
            <a:ext cx="15525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9825" y="3445150"/>
            <a:ext cx="10096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97387" y="4291775"/>
            <a:ext cx="1364825" cy="31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Organizacja pracy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88" name="Google Shape;888;p49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275" y="1254000"/>
            <a:ext cx="7704002" cy="3354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4425" y="2869300"/>
            <a:ext cx="2915475" cy="100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49"/>
          <p:cNvPicPr preferRelativeResize="0"/>
          <p:nvPr/>
        </p:nvPicPr>
        <p:blipFill rotWithShape="1">
          <a:blip r:embed="rId6">
            <a:alphaModFix/>
          </a:blip>
          <a:srcRect b="0" l="16173" r="46950" t="0"/>
          <a:stretch/>
        </p:blipFill>
        <p:spPr>
          <a:xfrm>
            <a:off x="3334525" y="3215900"/>
            <a:ext cx="1657824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7147" y="3628925"/>
            <a:ext cx="682475" cy="6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9299" y="4055250"/>
            <a:ext cx="2207275" cy="7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Projekt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99" name="Google Shape;899;p50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075" y="1017725"/>
            <a:ext cx="3163700" cy="126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5876" y="1323925"/>
            <a:ext cx="3907051" cy="219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525" y="2864525"/>
            <a:ext cx="3345276" cy="2278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9075" y="2247762"/>
            <a:ext cx="3907050" cy="1178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02788" y="2562575"/>
            <a:ext cx="3637200" cy="204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3800" y="1177413"/>
            <a:ext cx="2466675" cy="32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0"/>
          <p:cNvPicPr preferRelativeResize="0"/>
          <p:nvPr/>
        </p:nvPicPr>
        <p:blipFill rotWithShape="1">
          <a:blip r:embed="rId10">
            <a:alphaModFix/>
          </a:blip>
          <a:srcRect b="23941" l="0" r="0" t="16868"/>
          <a:stretch/>
        </p:blipFill>
        <p:spPr>
          <a:xfrm>
            <a:off x="5214300" y="3078200"/>
            <a:ext cx="2346152" cy="1851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572" y="1143063"/>
            <a:ext cx="3114410" cy="12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9100" y="1370412"/>
            <a:ext cx="5503950" cy="262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Implementacja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914" name="Google Shape;914;p51" title="Frame 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575" y="1308650"/>
            <a:ext cx="1055363" cy="9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4575" y="2514752"/>
            <a:ext cx="5179776" cy="238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50391" y="2514750"/>
            <a:ext cx="3952659" cy="226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98975" y="2955600"/>
            <a:ext cx="2188250" cy="12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21952" y="3222775"/>
            <a:ext cx="142756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5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22650" y="1272225"/>
            <a:ext cx="1480412" cy="4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41093" y="4608493"/>
            <a:ext cx="3090206" cy="4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5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96625" y="2511645"/>
            <a:ext cx="2847374" cy="3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4788" y="2330100"/>
            <a:ext cx="2341900" cy="2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75" y="1128563"/>
            <a:ext cx="4316775" cy="3171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52"/>
          <p:cNvPicPr preferRelativeResize="0"/>
          <p:nvPr/>
        </p:nvPicPr>
        <p:blipFill rotWithShape="1">
          <a:blip r:embed="rId4">
            <a:alphaModFix/>
          </a:blip>
          <a:srcRect b="0" l="0" r="43873" t="0"/>
          <a:stretch/>
        </p:blipFill>
        <p:spPr>
          <a:xfrm>
            <a:off x="4020225" y="1130063"/>
            <a:ext cx="4800874" cy="328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Testy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931" name="Google Shape;931;p52" title="Frame 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2350" y="2574861"/>
            <a:ext cx="3476325" cy="1073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52" title="images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0125" y="2105387"/>
            <a:ext cx="2310325" cy="1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20475" y="4410625"/>
            <a:ext cx="3303058" cy="34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35051" y="3989225"/>
            <a:ext cx="2754149" cy="4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5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80400" y="866500"/>
            <a:ext cx="2310325" cy="4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5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86672" y="1017725"/>
            <a:ext cx="754275" cy="2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5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749450" y="1646075"/>
            <a:ext cx="120568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69700" y="4299763"/>
            <a:ext cx="2099144" cy="341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5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110500" y="3648188"/>
            <a:ext cx="1409960" cy="341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5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19743" y="1856788"/>
            <a:ext cx="1205700" cy="450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5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05675" y="2642012"/>
            <a:ext cx="1850075" cy="23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Dokumentacja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948" name="Google Shape;948;p53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3"/>
          <p:cNvPicPr preferRelativeResize="0"/>
          <p:nvPr/>
        </p:nvPicPr>
        <p:blipFill rotWithShape="1">
          <a:blip r:embed="rId4">
            <a:alphaModFix/>
          </a:blip>
          <a:srcRect b="5838" l="6542" r="0" t="0"/>
          <a:stretch/>
        </p:blipFill>
        <p:spPr>
          <a:xfrm>
            <a:off x="907150" y="1221175"/>
            <a:ext cx="3468050" cy="21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3975" y="1221176"/>
            <a:ext cx="3074583" cy="42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150" y="3256400"/>
            <a:ext cx="3986045" cy="14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2251073" y="4139626"/>
            <a:ext cx="2383125" cy="136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19874" y="2727100"/>
            <a:ext cx="2916125" cy="17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8" name="Google Shape;958;p54"/>
          <p:cNvCxnSpPr/>
          <p:nvPr/>
        </p:nvCxnSpPr>
        <p:spPr>
          <a:xfrm>
            <a:off x="4481823" y="1098025"/>
            <a:ext cx="0" cy="383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9" name="Google Shape;959;p54"/>
          <p:cNvGrpSpPr/>
          <p:nvPr/>
        </p:nvGrpSpPr>
        <p:grpSpPr>
          <a:xfrm>
            <a:off x="976391" y="3121200"/>
            <a:ext cx="4078157" cy="1179475"/>
            <a:chOff x="1071491" y="3691825"/>
            <a:chExt cx="4078157" cy="1179475"/>
          </a:xfrm>
        </p:grpSpPr>
        <p:sp>
          <p:nvSpPr>
            <p:cNvPr id="960" name="Google Shape;960;p54"/>
            <p:cNvSpPr/>
            <p:nvPr/>
          </p:nvSpPr>
          <p:spPr>
            <a:xfrm>
              <a:off x="3994348" y="3824450"/>
              <a:ext cx="1155300" cy="572700"/>
            </a:xfrm>
            <a:prstGeom prst="roundRect">
              <a:avLst>
                <a:gd fmla="val 1432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endParaRPr>
            </a:p>
          </p:txBody>
        </p:sp>
        <p:grpSp>
          <p:nvGrpSpPr>
            <p:cNvPr id="961" name="Google Shape;961;p54"/>
            <p:cNvGrpSpPr/>
            <p:nvPr/>
          </p:nvGrpSpPr>
          <p:grpSpPr>
            <a:xfrm>
              <a:off x="1071491" y="3691825"/>
              <a:ext cx="1870715" cy="1179475"/>
              <a:chOff x="1472688" y="1631138"/>
              <a:chExt cx="1702507" cy="1179475"/>
            </a:xfrm>
          </p:grpSpPr>
          <p:sp>
            <p:nvSpPr>
              <p:cNvPr id="962" name="Google Shape;962;p54"/>
              <p:cNvSpPr txBox="1"/>
              <p:nvPr/>
            </p:nvSpPr>
            <p:spPr>
              <a:xfrm>
                <a:off x="1472688" y="1631138"/>
                <a:ext cx="17025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30D3F"/>
                    </a:solidFill>
                    <a:latin typeface="Staatliches"/>
                    <a:ea typeface="Staatliches"/>
                    <a:cs typeface="Staatliches"/>
                    <a:sym typeface="Staatliches"/>
                  </a:rPr>
                  <a:t>Głębsza, inteligentna analiza danych</a:t>
                </a:r>
                <a:endParaRPr sz="2000">
                  <a:solidFill>
                    <a:srgbClr val="730D3F"/>
                  </a:solidFill>
                  <a:latin typeface="Staatliches"/>
                  <a:ea typeface="Staatliches"/>
                  <a:cs typeface="Staatliches"/>
                  <a:sym typeface="Staatliches"/>
                </a:endParaRPr>
              </a:p>
            </p:txBody>
          </p:sp>
          <p:sp>
            <p:nvSpPr>
              <p:cNvPr id="963" name="Google Shape;963;p54"/>
              <p:cNvSpPr txBox="1"/>
              <p:nvPr/>
            </p:nvSpPr>
            <p:spPr>
              <a:xfrm>
                <a:off x="1472695" y="2285013"/>
                <a:ext cx="1702500" cy="52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Anaheim"/>
                  <a:ea typeface="Anaheim"/>
                  <a:cs typeface="Anaheim"/>
                  <a:sym typeface="Anaheim"/>
                </a:endParaRPr>
              </a:p>
            </p:txBody>
          </p:sp>
        </p:grpSp>
        <p:sp>
          <p:nvSpPr>
            <p:cNvPr id="964" name="Google Shape;964;p54"/>
            <p:cNvSpPr/>
            <p:nvPr/>
          </p:nvSpPr>
          <p:spPr>
            <a:xfrm>
              <a:off x="3100035" y="3776887"/>
              <a:ext cx="660300" cy="660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5" name="Google Shape;965;p54"/>
            <p:cNvCxnSpPr>
              <a:endCxn id="960" idx="1"/>
            </p:cNvCxnSpPr>
            <p:nvPr/>
          </p:nvCxnSpPr>
          <p:spPr>
            <a:xfrm>
              <a:off x="3760348" y="4106900"/>
              <a:ext cx="2340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6" name="Google Shape;966;p54"/>
          <p:cNvGrpSpPr/>
          <p:nvPr/>
        </p:nvGrpSpPr>
        <p:grpSpPr>
          <a:xfrm>
            <a:off x="3904173" y="2324600"/>
            <a:ext cx="4524714" cy="660300"/>
            <a:chOff x="3994348" y="2715337"/>
            <a:chExt cx="4524714" cy="660300"/>
          </a:xfrm>
        </p:grpSpPr>
        <p:sp>
          <p:nvSpPr>
            <p:cNvPr id="967" name="Google Shape;967;p54"/>
            <p:cNvSpPr/>
            <p:nvPr/>
          </p:nvSpPr>
          <p:spPr>
            <a:xfrm>
              <a:off x="3994348" y="2759125"/>
              <a:ext cx="1155300" cy="572700"/>
            </a:xfrm>
            <a:prstGeom prst="roundRect">
              <a:avLst>
                <a:gd fmla="val 1432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endParaRPr>
            </a:p>
          </p:txBody>
        </p:sp>
        <p:sp>
          <p:nvSpPr>
            <p:cNvPr id="968" name="Google Shape;968;p54"/>
            <p:cNvSpPr txBox="1"/>
            <p:nvPr/>
          </p:nvSpPr>
          <p:spPr>
            <a:xfrm>
              <a:off x="6226763" y="2819075"/>
              <a:ext cx="22923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730D3F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Nowe templatki CV i artykuły</a:t>
              </a:r>
              <a:endParaRPr sz="20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endParaRPr>
            </a:p>
          </p:txBody>
        </p:sp>
        <p:sp>
          <p:nvSpPr>
            <p:cNvPr id="969" name="Google Shape;969;p54"/>
            <p:cNvSpPr/>
            <p:nvPr/>
          </p:nvSpPr>
          <p:spPr>
            <a:xfrm>
              <a:off x="5387560" y="2715337"/>
              <a:ext cx="660300" cy="660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70" name="Google Shape;970;p54"/>
            <p:cNvCxnSpPr>
              <a:stCxn id="969" idx="2"/>
              <a:endCxn id="967" idx="3"/>
            </p:cNvCxnSpPr>
            <p:nvPr/>
          </p:nvCxnSpPr>
          <p:spPr>
            <a:xfrm rot="10800000">
              <a:off x="5149660" y="3045487"/>
              <a:ext cx="237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1" name="Google Shape;971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Potencjał rozwojowy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972" name="Google Shape;972;p54"/>
          <p:cNvSpPr/>
          <p:nvPr/>
        </p:nvSpPr>
        <p:spPr>
          <a:xfrm>
            <a:off x="3904173" y="1449075"/>
            <a:ext cx="1155300" cy="572700"/>
          </a:xfrm>
          <a:prstGeom prst="roundRect">
            <a:avLst>
              <a:gd fmla="val 1432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973" name="Google Shape;973;p54"/>
          <p:cNvSpPr/>
          <p:nvPr/>
        </p:nvSpPr>
        <p:spPr>
          <a:xfrm>
            <a:off x="4458948" y="1601134"/>
            <a:ext cx="45758" cy="2610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Staatliches"/>
              </a:rPr>
              <a:t>1</a:t>
            </a:r>
          </a:p>
        </p:txBody>
      </p:sp>
      <p:sp>
        <p:nvSpPr>
          <p:cNvPr id="974" name="Google Shape;974;p54"/>
          <p:cNvSpPr/>
          <p:nvPr/>
        </p:nvSpPr>
        <p:spPr>
          <a:xfrm>
            <a:off x="4410940" y="2515121"/>
            <a:ext cx="146276" cy="26517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Staatliches"/>
              </a:rPr>
              <a:t>2</a:t>
            </a:r>
          </a:p>
        </p:txBody>
      </p:sp>
      <p:sp>
        <p:nvSpPr>
          <p:cNvPr id="975" name="Google Shape;975;p54"/>
          <p:cNvSpPr/>
          <p:nvPr/>
        </p:nvSpPr>
        <p:spPr>
          <a:xfrm>
            <a:off x="4408489" y="3385934"/>
            <a:ext cx="146651" cy="2693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Staatliches"/>
              </a:rPr>
              <a:t>3</a:t>
            </a:r>
          </a:p>
        </p:txBody>
      </p:sp>
      <p:grpSp>
        <p:nvGrpSpPr>
          <p:cNvPr id="976" name="Google Shape;976;p54"/>
          <p:cNvGrpSpPr/>
          <p:nvPr/>
        </p:nvGrpSpPr>
        <p:grpSpPr>
          <a:xfrm>
            <a:off x="976392" y="1312700"/>
            <a:ext cx="2927767" cy="837925"/>
            <a:chOff x="1066567" y="1557425"/>
            <a:chExt cx="2927767" cy="837925"/>
          </a:xfrm>
        </p:grpSpPr>
        <p:grpSp>
          <p:nvGrpSpPr>
            <p:cNvPr id="977" name="Google Shape;977;p54"/>
            <p:cNvGrpSpPr/>
            <p:nvPr/>
          </p:nvGrpSpPr>
          <p:grpSpPr>
            <a:xfrm>
              <a:off x="1066567" y="1557425"/>
              <a:ext cx="1875624" cy="837925"/>
              <a:chOff x="1468213" y="1631138"/>
              <a:chExt cx="1706975" cy="837925"/>
            </a:xfrm>
          </p:grpSpPr>
          <p:sp>
            <p:nvSpPr>
              <p:cNvPr id="978" name="Google Shape;978;p54"/>
              <p:cNvSpPr txBox="1"/>
              <p:nvPr/>
            </p:nvSpPr>
            <p:spPr>
              <a:xfrm>
                <a:off x="1472688" y="1631138"/>
                <a:ext cx="17025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30D3F"/>
                    </a:solidFill>
                    <a:latin typeface="Staatliches"/>
                    <a:ea typeface="Staatliches"/>
                    <a:cs typeface="Staatliches"/>
                    <a:sym typeface="Staatliches"/>
                  </a:rPr>
                  <a:t>Monetyzacja</a:t>
                </a:r>
                <a:endParaRPr sz="2000">
                  <a:solidFill>
                    <a:srgbClr val="730D3F"/>
                  </a:solidFill>
                  <a:latin typeface="Staatliches"/>
                  <a:ea typeface="Staatliches"/>
                  <a:cs typeface="Staatliches"/>
                  <a:sym typeface="Staatliches"/>
                </a:endParaRPr>
              </a:p>
            </p:txBody>
          </p:sp>
          <p:sp>
            <p:nvSpPr>
              <p:cNvPr id="979" name="Google Shape;979;p54"/>
              <p:cNvSpPr txBox="1"/>
              <p:nvPr/>
            </p:nvSpPr>
            <p:spPr>
              <a:xfrm>
                <a:off x="1468213" y="1943463"/>
                <a:ext cx="1702500" cy="52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242424"/>
                    </a:solidFill>
                    <a:latin typeface="Cairo"/>
                    <a:ea typeface="Cairo"/>
                    <a:cs typeface="Cairo"/>
                    <a:sym typeface="Cairo"/>
                  </a:rPr>
                  <a:t>Płatne reklamy ofert pracy z portali i firm</a:t>
                </a:r>
                <a:endParaRPr sz="1200">
                  <a:solidFill>
                    <a:srgbClr val="242424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Anaheim"/>
                  <a:ea typeface="Anaheim"/>
                  <a:cs typeface="Anaheim"/>
                  <a:sym typeface="Anaheim"/>
                </a:endParaRPr>
              </a:p>
            </p:txBody>
          </p:sp>
        </p:grpSp>
        <p:sp>
          <p:nvSpPr>
            <p:cNvPr id="980" name="Google Shape;980;p54"/>
            <p:cNvSpPr/>
            <p:nvPr/>
          </p:nvSpPr>
          <p:spPr>
            <a:xfrm>
              <a:off x="3100035" y="1646237"/>
              <a:ext cx="660300" cy="660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81" name="Google Shape;981;p54"/>
            <p:cNvCxnSpPr>
              <a:stCxn id="980" idx="6"/>
              <a:endCxn id="972" idx="1"/>
            </p:cNvCxnSpPr>
            <p:nvPr/>
          </p:nvCxnSpPr>
          <p:spPr>
            <a:xfrm>
              <a:off x="3760335" y="1976387"/>
              <a:ext cx="2340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82" name="Google Shape;982;p54"/>
          <p:cNvSpPr/>
          <p:nvPr/>
        </p:nvSpPr>
        <p:spPr>
          <a:xfrm rot="-1799975">
            <a:off x="7673311" y="1193336"/>
            <a:ext cx="520758" cy="520758"/>
          </a:xfrm>
          <a:custGeom>
            <a:rect b="b" l="l" r="r" t="t"/>
            <a:pathLst>
              <a:path extrusionOk="0" fill="none" h="8195" w="8195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2282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54"/>
          <p:cNvSpPr/>
          <p:nvPr/>
        </p:nvSpPr>
        <p:spPr>
          <a:xfrm rot="-1799975">
            <a:off x="7157237" y="1063580"/>
            <a:ext cx="251006" cy="252404"/>
          </a:xfrm>
          <a:custGeom>
            <a:rect b="b" l="l" r="r" t="t"/>
            <a:pathLst>
              <a:path extrusionOk="0" h="3972" w="395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4" name="Google Shape;984;p54"/>
          <p:cNvGrpSpPr/>
          <p:nvPr/>
        </p:nvGrpSpPr>
        <p:grpSpPr>
          <a:xfrm>
            <a:off x="5395397" y="2482701"/>
            <a:ext cx="484688" cy="344108"/>
            <a:chOff x="6627996" y="2449756"/>
            <a:chExt cx="427980" cy="320369"/>
          </a:xfrm>
        </p:grpSpPr>
        <p:sp>
          <p:nvSpPr>
            <p:cNvPr id="985" name="Google Shape;985;p54"/>
            <p:cNvSpPr/>
            <p:nvPr/>
          </p:nvSpPr>
          <p:spPr>
            <a:xfrm>
              <a:off x="6634946" y="2456155"/>
              <a:ext cx="415863" cy="220836"/>
            </a:xfrm>
            <a:custGeom>
              <a:rect b="b" l="l" r="r" t="t"/>
              <a:pathLst>
                <a:path extrusionOk="0" h="8420" w="15856">
                  <a:moveTo>
                    <a:pt x="6378" y="0"/>
                  </a:moveTo>
                  <a:cubicBezTo>
                    <a:pt x="6219" y="0"/>
                    <a:pt x="6060" y="11"/>
                    <a:pt x="5900" y="32"/>
                  </a:cubicBezTo>
                  <a:cubicBezTo>
                    <a:pt x="4509" y="220"/>
                    <a:pt x="3354" y="1206"/>
                    <a:pt x="2955" y="2549"/>
                  </a:cubicBezTo>
                  <a:lnTo>
                    <a:pt x="2936" y="2549"/>
                  </a:lnTo>
                  <a:cubicBezTo>
                    <a:pt x="1314" y="2549"/>
                    <a:pt x="1" y="3862"/>
                    <a:pt x="1" y="5484"/>
                  </a:cubicBezTo>
                  <a:cubicBezTo>
                    <a:pt x="1" y="7105"/>
                    <a:pt x="1314" y="8419"/>
                    <a:pt x="2936" y="8419"/>
                  </a:cubicBezTo>
                  <a:lnTo>
                    <a:pt x="13392" y="8419"/>
                  </a:lnTo>
                  <a:cubicBezTo>
                    <a:pt x="13403" y="8419"/>
                    <a:pt x="13415" y="8419"/>
                    <a:pt x="13427" y="8419"/>
                  </a:cubicBezTo>
                  <a:cubicBezTo>
                    <a:pt x="14763" y="8419"/>
                    <a:pt x="15855" y="7334"/>
                    <a:pt x="15855" y="5994"/>
                  </a:cubicBezTo>
                  <a:cubicBezTo>
                    <a:pt x="15855" y="4654"/>
                    <a:pt x="14763" y="3569"/>
                    <a:pt x="13427" y="3569"/>
                  </a:cubicBezTo>
                  <a:cubicBezTo>
                    <a:pt x="13415" y="3569"/>
                    <a:pt x="13403" y="3569"/>
                    <a:pt x="13392" y="3569"/>
                  </a:cubicBezTo>
                  <a:lnTo>
                    <a:pt x="13396" y="3569"/>
                  </a:lnTo>
                  <a:cubicBezTo>
                    <a:pt x="13310" y="3569"/>
                    <a:pt x="13218" y="3574"/>
                    <a:pt x="13132" y="3583"/>
                  </a:cubicBezTo>
                  <a:cubicBezTo>
                    <a:pt x="12743" y="2328"/>
                    <a:pt x="11586" y="1528"/>
                    <a:pt x="10340" y="1528"/>
                  </a:cubicBezTo>
                  <a:cubicBezTo>
                    <a:pt x="10030" y="1528"/>
                    <a:pt x="9714" y="1578"/>
                    <a:pt x="9403" y="1683"/>
                  </a:cubicBezTo>
                  <a:cubicBezTo>
                    <a:pt x="8747" y="627"/>
                    <a:pt x="7597" y="0"/>
                    <a:pt x="63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54"/>
            <p:cNvSpPr/>
            <p:nvPr/>
          </p:nvSpPr>
          <p:spPr>
            <a:xfrm>
              <a:off x="6633687" y="2523245"/>
              <a:ext cx="378489" cy="153746"/>
            </a:xfrm>
            <a:custGeom>
              <a:rect b="b" l="l" r="r" t="t"/>
              <a:pathLst>
                <a:path extrusionOk="0" h="5862" w="14431">
                  <a:moveTo>
                    <a:pt x="2859" y="0"/>
                  </a:moveTo>
                  <a:cubicBezTo>
                    <a:pt x="1252" y="68"/>
                    <a:pt x="0" y="1420"/>
                    <a:pt x="53" y="3027"/>
                  </a:cubicBezTo>
                  <a:cubicBezTo>
                    <a:pt x="106" y="4620"/>
                    <a:pt x="1482" y="5861"/>
                    <a:pt x="3080" y="5861"/>
                  </a:cubicBezTo>
                  <a:lnTo>
                    <a:pt x="13444" y="5861"/>
                  </a:lnTo>
                  <a:cubicBezTo>
                    <a:pt x="13507" y="5861"/>
                    <a:pt x="13570" y="5856"/>
                    <a:pt x="13632" y="5851"/>
                  </a:cubicBezTo>
                  <a:cubicBezTo>
                    <a:pt x="14431" y="5789"/>
                    <a:pt x="14368" y="4581"/>
                    <a:pt x="13565" y="4581"/>
                  </a:cubicBezTo>
                  <a:lnTo>
                    <a:pt x="11784" y="4581"/>
                  </a:lnTo>
                  <a:cubicBezTo>
                    <a:pt x="11645" y="4581"/>
                    <a:pt x="11529" y="4466"/>
                    <a:pt x="11529" y="4326"/>
                  </a:cubicBezTo>
                  <a:lnTo>
                    <a:pt x="11529" y="3518"/>
                  </a:lnTo>
                  <a:cubicBezTo>
                    <a:pt x="11529" y="3181"/>
                    <a:pt x="11395" y="2854"/>
                    <a:pt x="11159" y="2618"/>
                  </a:cubicBezTo>
                  <a:lnTo>
                    <a:pt x="9672" y="1131"/>
                  </a:lnTo>
                  <a:cubicBezTo>
                    <a:pt x="9431" y="891"/>
                    <a:pt x="9104" y="756"/>
                    <a:pt x="8767" y="756"/>
                  </a:cubicBezTo>
                  <a:lnTo>
                    <a:pt x="5409" y="756"/>
                  </a:lnTo>
                  <a:cubicBezTo>
                    <a:pt x="4846" y="756"/>
                    <a:pt x="4389" y="1213"/>
                    <a:pt x="4389" y="1776"/>
                  </a:cubicBezTo>
                  <a:lnTo>
                    <a:pt x="4389" y="4037"/>
                  </a:lnTo>
                  <a:cubicBezTo>
                    <a:pt x="4385" y="4186"/>
                    <a:pt x="4267" y="4292"/>
                    <a:pt x="4134" y="4292"/>
                  </a:cubicBezTo>
                  <a:cubicBezTo>
                    <a:pt x="4099" y="4292"/>
                    <a:pt x="4063" y="4285"/>
                    <a:pt x="4028" y="4268"/>
                  </a:cubicBezTo>
                  <a:cubicBezTo>
                    <a:pt x="3075" y="3806"/>
                    <a:pt x="2392" y="2873"/>
                    <a:pt x="2349" y="1762"/>
                  </a:cubicBezTo>
                  <a:cubicBezTo>
                    <a:pt x="2325" y="1131"/>
                    <a:pt x="2503" y="515"/>
                    <a:pt x="28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54"/>
            <p:cNvSpPr/>
            <p:nvPr/>
          </p:nvSpPr>
          <p:spPr>
            <a:xfrm>
              <a:off x="6768838" y="2563111"/>
              <a:ext cx="147189" cy="200693"/>
            </a:xfrm>
            <a:custGeom>
              <a:rect b="b" l="l" r="r" t="t"/>
              <a:pathLst>
                <a:path extrusionOk="0" h="7652" w="5612">
                  <a:moveTo>
                    <a:pt x="3630" y="1"/>
                  </a:moveTo>
                  <a:cubicBezTo>
                    <a:pt x="3625" y="1"/>
                    <a:pt x="3620" y="1"/>
                    <a:pt x="3614" y="1"/>
                  </a:cubicBezTo>
                  <a:lnTo>
                    <a:pt x="256" y="1"/>
                  </a:lnTo>
                  <a:cubicBezTo>
                    <a:pt x="116" y="1"/>
                    <a:pt x="1" y="112"/>
                    <a:pt x="1" y="256"/>
                  </a:cubicBezTo>
                  <a:lnTo>
                    <a:pt x="1" y="7397"/>
                  </a:lnTo>
                  <a:cubicBezTo>
                    <a:pt x="1" y="7536"/>
                    <a:pt x="116" y="7652"/>
                    <a:pt x="256" y="7652"/>
                  </a:cubicBezTo>
                  <a:lnTo>
                    <a:pt x="5356" y="7652"/>
                  </a:lnTo>
                  <a:cubicBezTo>
                    <a:pt x="5496" y="7652"/>
                    <a:pt x="5611" y="7536"/>
                    <a:pt x="5611" y="7397"/>
                  </a:cubicBezTo>
                  <a:lnTo>
                    <a:pt x="5611" y="1998"/>
                  </a:lnTo>
                  <a:cubicBezTo>
                    <a:pt x="5611" y="1863"/>
                    <a:pt x="5558" y="1733"/>
                    <a:pt x="5462" y="1637"/>
                  </a:cubicBezTo>
                  <a:lnTo>
                    <a:pt x="3975" y="150"/>
                  </a:lnTo>
                  <a:cubicBezTo>
                    <a:pt x="3883" y="58"/>
                    <a:pt x="3759" y="1"/>
                    <a:pt x="3630" y="1"/>
                  </a:cubicBezTo>
                  <a:close/>
                </a:path>
              </a:pathLst>
            </a:custGeom>
            <a:solidFill>
              <a:srgbClr val="730D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54"/>
            <p:cNvSpPr/>
            <p:nvPr/>
          </p:nvSpPr>
          <p:spPr>
            <a:xfrm>
              <a:off x="6869289" y="2609954"/>
              <a:ext cx="46869" cy="13507"/>
            </a:xfrm>
            <a:custGeom>
              <a:rect b="b" l="l" r="r" t="t"/>
              <a:pathLst>
                <a:path extrusionOk="0" h="515" w="1787">
                  <a:moveTo>
                    <a:pt x="1" y="0"/>
                  </a:moveTo>
                  <a:lnTo>
                    <a:pt x="1" y="515"/>
                  </a:lnTo>
                  <a:lnTo>
                    <a:pt x="1786" y="515"/>
                  </a:lnTo>
                  <a:lnTo>
                    <a:pt x="1786" y="212"/>
                  </a:lnTo>
                  <a:cubicBezTo>
                    <a:pt x="1781" y="140"/>
                    <a:pt x="1767" y="67"/>
                    <a:pt x="17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54"/>
            <p:cNvSpPr/>
            <p:nvPr/>
          </p:nvSpPr>
          <p:spPr>
            <a:xfrm>
              <a:off x="6627996" y="2449756"/>
              <a:ext cx="427980" cy="233451"/>
            </a:xfrm>
            <a:custGeom>
              <a:rect b="b" l="l" r="r" t="t"/>
              <a:pathLst>
                <a:path extrusionOk="0" h="8901" w="16318">
                  <a:moveTo>
                    <a:pt x="6639" y="0"/>
                  </a:moveTo>
                  <a:cubicBezTo>
                    <a:pt x="5841" y="0"/>
                    <a:pt x="5037" y="251"/>
                    <a:pt x="4351" y="772"/>
                  </a:cubicBezTo>
                  <a:cubicBezTo>
                    <a:pt x="3749" y="1229"/>
                    <a:pt x="3302" y="1850"/>
                    <a:pt x="3052" y="2557"/>
                  </a:cubicBezTo>
                  <a:cubicBezTo>
                    <a:pt x="1334" y="2644"/>
                    <a:pt x="1" y="4082"/>
                    <a:pt x="44" y="5800"/>
                  </a:cubicBezTo>
                  <a:cubicBezTo>
                    <a:pt x="83" y="7518"/>
                    <a:pt x="1483" y="8889"/>
                    <a:pt x="3201" y="8894"/>
                  </a:cubicBezTo>
                  <a:lnTo>
                    <a:pt x="4351" y="8894"/>
                  </a:lnTo>
                  <a:cubicBezTo>
                    <a:pt x="4630" y="8860"/>
                    <a:pt x="4630" y="8451"/>
                    <a:pt x="4351" y="8418"/>
                  </a:cubicBezTo>
                  <a:lnTo>
                    <a:pt x="3201" y="8418"/>
                  </a:lnTo>
                  <a:cubicBezTo>
                    <a:pt x="1714" y="8418"/>
                    <a:pt x="506" y="7215"/>
                    <a:pt x="506" y="5728"/>
                  </a:cubicBezTo>
                  <a:cubicBezTo>
                    <a:pt x="506" y="4236"/>
                    <a:pt x="1709" y="3029"/>
                    <a:pt x="3196" y="3029"/>
                  </a:cubicBezTo>
                  <a:lnTo>
                    <a:pt x="3225" y="3029"/>
                  </a:lnTo>
                  <a:cubicBezTo>
                    <a:pt x="3331" y="3029"/>
                    <a:pt x="3422" y="2961"/>
                    <a:pt x="3451" y="2860"/>
                  </a:cubicBezTo>
                  <a:cubicBezTo>
                    <a:pt x="3658" y="2177"/>
                    <a:pt x="4072" y="1580"/>
                    <a:pt x="4635" y="1152"/>
                  </a:cubicBezTo>
                  <a:cubicBezTo>
                    <a:pt x="5239" y="695"/>
                    <a:pt x="5943" y="477"/>
                    <a:pt x="6640" y="477"/>
                  </a:cubicBezTo>
                  <a:cubicBezTo>
                    <a:pt x="7747" y="477"/>
                    <a:pt x="8835" y="1028"/>
                    <a:pt x="9470" y="2047"/>
                  </a:cubicBezTo>
                  <a:cubicBezTo>
                    <a:pt x="9515" y="2117"/>
                    <a:pt x="9594" y="2159"/>
                    <a:pt x="9674" y="2159"/>
                  </a:cubicBezTo>
                  <a:cubicBezTo>
                    <a:pt x="9698" y="2159"/>
                    <a:pt x="9722" y="2156"/>
                    <a:pt x="9745" y="2148"/>
                  </a:cubicBezTo>
                  <a:cubicBezTo>
                    <a:pt x="10029" y="2053"/>
                    <a:pt x="10318" y="2007"/>
                    <a:pt x="10601" y="2007"/>
                  </a:cubicBezTo>
                  <a:cubicBezTo>
                    <a:pt x="11747" y="2007"/>
                    <a:pt x="12808" y="2746"/>
                    <a:pt x="13171" y="3899"/>
                  </a:cubicBezTo>
                  <a:cubicBezTo>
                    <a:pt x="13201" y="3996"/>
                    <a:pt x="13293" y="4065"/>
                    <a:pt x="13393" y="4065"/>
                  </a:cubicBezTo>
                  <a:cubicBezTo>
                    <a:pt x="13402" y="4065"/>
                    <a:pt x="13411" y="4064"/>
                    <a:pt x="13421" y="4063"/>
                  </a:cubicBezTo>
                  <a:cubicBezTo>
                    <a:pt x="13501" y="4054"/>
                    <a:pt x="13580" y="4050"/>
                    <a:pt x="13659" y="4050"/>
                  </a:cubicBezTo>
                  <a:cubicBezTo>
                    <a:pt x="14805" y="4050"/>
                    <a:pt x="15778" y="4947"/>
                    <a:pt x="15841" y="6118"/>
                  </a:cubicBezTo>
                  <a:cubicBezTo>
                    <a:pt x="15909" y="7369"/>
                    <a:pt x="14913" y="8423"/>
                    <a:pt x="13657" y="8423"/>
                  </a:cubicBezTo>
                  <a:lnTo>
                    <a:pt x="12001" y="8423"/>
                  </a:lnTo>
                  <a:cubicBezTo>
                    <a:pt x="11990" y="8421"/>
                    <a:pt x="11980" y="8420"/>
                    <a:pt x="11969" y="8420"/>
                  </a:cubicBezTo>
                  <a:cubicBezTo>
                    <a:pt x="11839" y="8420"/>
                    <a:pt x="11732" y="8525"/>
                    <a:pt x="11732" y="8658"/>
                  </a:cubicBezTo>
                  <a:cubicBezTo>
                    <a:pt x="11732" y="8792"/>
                    <a:pt x="11839" y="8901"/>
                    <a:pt x="11970" y="8901"/>
                  </a:cubicBezTo>
                  <a:cubicBezTo>
                    <a:pt x="11980" y="8901"/>
                    <a:pt x="11991" y="8900"/>
                    <a:pt x="12001" y="8899"/>
                  </a:cubicBezTo>
                  <a:lnTo>
                    <a:pt x="13657" y="8899"/>
                  </a:lnTo>
                  <a:cubicBezTo>
                    <a:pt x="15129" y="8899"/>
                    <a:pt x="16318" y="7706"/>
                    <a:pt x="16318" y="6238"/>
                  </a:cubicBezTo>
                  <a:cubicBezTo>
                    <a:pt x="16318" y="4766"/>
                    <a:pt x="15129" y="3577"/>
                    <a:pt x="13657" y="3577"/>
                  </a:cubicBezTo>
                  <a:lnTo>
                    <a:pt x="13661" y="3572"/>
                  </a:lnTo>
                  <a:lnTo>
                    <a:pt x="13565" y="3572"/>
                  </a:lnTo>
                  <a:cubicBezTo>
                    <a:pt x="13349" y="3009"/>
                    <a:pt x="12978" y="2523"/>
                    <a:pt x="12497" y="2162"/>
                  </a:cubicBezTo>
                  <a:cubicBezTo>
                    <a:pt x="11944" y="1749"/>
                    <a:pt x="11277" y="1532"/>
                    <a:pt x="10601" y="1532"/>
                  </a:cubicBezTo>
                  <a:cubicBezTo>
                    <a:pt x="10324" y="1532"/>
                    <a:pt x="10046" y="1569"/>
                    <a:pt x="9774" y="1643"/>
                  </a:cubicBezTo>
                  <a:cubicBezTo>
                    <a:pt x="9032" y="572"/>
                    <a:pt x="7843" y="0"/>
                    <a:pt x="66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54"/>
            <p:cNvSpPr/>
            <p:nvPr/>
          </p:nvSpPr>
          <p:spPr>
            <a:xfrm>
              <a:off x="6762543" y="2556817"/>
              <a:ext cx="159778" cy="213308"/>
            </a:xfrm>
            <a:custGeom>
              <a:rect b="b" l="l" r="r" t="t"/>
              <a:pathLst>
                <a:path extrusionOk="0" h="8133" w="6092">
                  <a:moveTo>
                    <a:pt x="3575" y="477"/>
                  </a:moveTo>
                  <a:lnTo>
                    <a:pt x="3575" y="2026"/>
                  </a:lnTo>
                  <a:cubicBezTo>
                    <a:pt x="3575" y="2296"/>
                    <a:pt x="3792" y="2517"/>
                    <a:pt x="4066" y="2517"/>
                  </a:cubicBezTo>
                  <a:lnTo>
                    <a:pt x="4831" y="2517"/>
                  </a:lnTo>
                  <a:cubicBezTo>
                    <a:pt x="5115" y="2483"/>
                    <a:pt x="5115" y="2074"/>
                    <a:pt x="4831" y="2040"/>
                  </a:cubicBezTo>
                  <a:lnTo>
                    <a:pt x="4071" y="2040"/>
                  </a:lnTo>
                  <a:cubicBezTo>
                    <a:pt x="4061" y="2040"/>
                    <a:pt x="4052" y="2031"/>
                    <a:pt x="4052" y="2026"/>
                  </a:cubicBezTo>
                  <a:lnTo>
                    <a:pt x="4052" y="563"/>
                  </a:lnTo>
                  <a:lnTo>
                    <a:pt x="5539" y="2045"/>
                  </a:lnTo>
                  <a:cubicBezTo>
                    <a:pt x="5587" y="2098"/>
                    <a:pt x="5616" y="2166"/>
                    <a:pt x="5616" y="2238"/>
                  </a:cubicBezTo>
                  <a:lnTo>
                    <a:pt x="5616" y="7637"/>
                  </a:lnTo>
                  <a:cubicBezTo>
                    <a:pt x="5616" y="7646"/>
                    <a:pt x="5606" y="7656"/>
                    <a:pt x="5596" y="7656"/>
                  </a:cubicBezTo>
                  <a:lnTo>
                    <a:pt x="496" y="7656"/>
                  </a:lnTo>
                  <a:cubicBezTo>
                    <a:pt x="486" y="7656"/>
                    <a:pt x="481" y="7646"/>
                    <a:pt x="481" y="7637"/>
                  </a:cubicBezTo>
                  <a:lnTo>
                    <a:pt x="481" y="496"/>
                  </a:lnTo>
                  <a:cubicBezTo>
                    <a:pt x="481" y="486"/>
                    <a:pt x="486" y="477"/>
                    <a:pt x="496" y="477"/>
                  </a:cubicBezTo>
                  <a:close/>
                  <a:moveTo>
                    <a:pt x="496" y="0"/>
                  </a:moveTo>
                  <a:cubicBezTo>
                    <a:pt x="222" y="0"/>
                    <a:pt x="0" y="222"/>
                    <a:pt x="0" y="496"/>
                  </a:cubicBezTo>
                  <a:lnTo>
                    <a:pt x="0" y="7637"/>
                  </a:lnTo>
                  <a:cubicBezTo>
                    <a:pt x="0" y="7911"/>
                    <a:pt x="222" y="8132"/>
                    <a:pt x="496" y="8132"/>
                  </a:cubicBezTo>
                  <a:lnTo>
                    <a:pt x="5596" y="8132"/>
                  </a:lnTo>
                  <a:cubicBezTo>
                    <a:pt x="5871" y="8132"/>
                    <a:pt x="6092" y="7911"/>
                    <a:pt x="6092" y="7637"/>
                  </a:cubicBezTo>
                  <a:lnTo>
                    <a:pt x="6092" y="2238"/>
                  </a:lnTo>
                  <a:cubicBezTo>
                    <a:pt x="6092" y="2040"/>
                    <a:pt x="6010" y="1848"/>
                    <a:pt x="5871" y="1708"/>
                  </a:cubicBezTo>
                  <a:lnTo>
                    <a:pt x="4384" y="222"/>
                  </a:lnTo>
                  <a:cubicBezTo>
                    <a:pt x="4244" y="82"/>
                    <a:pt x="4057" y="0"/>
                    <a:pt x="38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4"/>
            <p:cNvSpPr/>
            <p:nvPr/>
          </p:nvSpPr>
          <p:spPr>
            <a:xfrm>
              <a:off x="6807550" y="2643892"/>
              <a:ext cx="69686" cy="86970"/>
            </a:xfrm>
            <a:custGeom>
              <a:rect b="b" l="l" r="r" t="t"/>
              <a:pathLst>
                <a:path extrusionOk="0" h="3316" w="2657">
                  <a:moveTo>
                    <a:pt x="1330" y="0"/>
                  </a:moveTo>
                  <a:cubicBezTo>
                    <a:pt x="1260" y="0"/>
                    <a:pt x="1191" y="29"/>
                    <a:pt x="1142" y="87"/>
                  </a:cubicBezTo>
                  <a:lnTo>
                    <a:pt x="122" y="1362"/>
                  </a:lnTo>
                  <a:cubicBezTo>
                    <a:pt x="0" y="1546"/>
                    <a:pt x="155" y="1740"/>
                    <a:pt x="325" y="1740"/>
                  </a:cubicBezTo>
                  <a:cubicBezTo>
                    <a:pt x="382" y="1740"/>
                    <a:pt x="442" y="1718"/>
                    <a:pt x="493" y="1665"/>
                  </a:cubicBezTo>
                  <a:lnTo>
                    <a:pt x="1089" y="919"/>
                  </a:lnTo>
                  <a:lnTo>
                    <a:pt x="1089" y="3046"/>
                  </a:lnTo>
                  <a:cubicBezTo>
                    <a:pt x="1070" y="3191"/>
                    <a:pt x="1186" y="3316"/>
                    <a:pt x="1330" y="3316"/>
                  </a:cubicBezTo>
                  <a:cubicBezTo>
                    <a:pt x="1474" y="3316"/>
                    <a:pt x="1585" y="3191"/>
                    <a:pt x="1566" y="3046"/>
                  </a:cubicBezTo>
                  <a:lnTo>
                    <a:pt x="1566" y="919"/>
                  </a:lnTo>
                  <a:lnTo>
                    <a:pt x="2163" y="1660"/>
                  </a:lnTo>
                  <a:cubicBezTo>
                    <a:pt x="2214" y="1714"/>
                    <a:pt x="2274" y="1737"/>
                    <a:pt x="2332" y="1737"/>
                  </a:cubicBezTo>
                  <a:cubicBezTo>
                    <a:pt x="2502" y="1737"/>
                    <a:pt x="2656" y="1542"/>
                    <a:pt x="2538" y="1362"/>
                  </a:cubicBezTo>
                  <a:lnTo>
                    <a:pt x="1518" y="87"/>
                  </a:lnTo>
                  <a:cubicBezTo>
                    <a:pt x="1470" y="29"/>
                    <a:pt x="1400" y="0"/>
                    <a:pt x="13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4"/>
            <p:cNvSpPr/>
            <p:nvPr/>
          </p:nvSpPr>
          <p:spPr>
            <a:xfrm>
              <a:off x="6807550" y="2478029"/>
              <a:ext cx="55969" cy="38554"/>
            </a:xfrm>
            <a:custGeom>
              <a:rect b="b" l="l" r="r" t="t"/>
              <a:pathLst>
                <a:path extrusionOk="0" h="1470" w="2134">
                  <a:moveTo>
                    <a:pt x="334" y="1"/>
                  </a:moveTo>
                  <a:cubicBezTo>
                    <a:pt x="70" y="1"/>
                    <a:pt x="0" y="380"/>
                    <a:pt x="262" y="469"/>
                  </a:cubicBezTo>
                  <a:cubicBezTo>
                    <a:pt x="815" y="584"/>
                    <a:pt x="1311" y="897"/>
                    <a:pt x="1652" y="1349"/>
                  </a:cubicBezTo>
                  <a:cubicBezTo>
                    <a:pt x="1694" y="1427"/>
                    <a:pt x="1776" y="1469"/>
                    <a:pt x="1859" y="1469"/>
                  </a:cubicBezTo>
                  <a:cubicBezTo>
                    <a:pt x="1909" y="1469"/>
                    <a:pt x="1960" y="1454"/>
                    <a:pt x="2004" y="1421"/>
                  </a:cubicBezTo>
                  <a:cubicBezTo>
                    <a:pt x="2119" y="1335"/>
                    <a:pt x="2134" y="1166"/>
                    <a:pt x="2033" y="1060"/>
                  </a:cubicBezTo>
                  <a:cubicBezTo>
                    <a:pt x="1624" y="517"/>
                    <a:pt x="1027" y="137"/>
                    <a:pt x="358" y="2"/>
                  </a:cubicBezTo>
                  <a:cubicBezTo>
                    <a:pt x="350" y="1"/>
                    <a:pt x="342" y="1"/>
                    <a:pt x="3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4"/>
            <p:cNvSpPr/>
            <p:nvPr/>
          </p:nvSpPr>
          <p:spPr>
            <a:xfrm>
              <a:off x="6914427" y="2519810"/>
              <a:ext cx="43197" cy="35512"/>
            </a:xfrm>
            <a:custGeom>
              <a:rect b="b" l="l" r="r" t="t"/>
              <a:pathLst>
                <a:path extrusionOk="0" h="1354" w="1647">
                  <a:moveTo>
                    <a:pt x="337" y="0"/>
                  </a:moveTo>
                  <a:cubicBezTo>
                    <a:pt x="101" y="0"/>
                    <a:pt x="1" y="338"/>
                    <a:pt x="234" y="459"/>
                  </a:cubicBezTo>
                  <a:lnTo>
                    <a:pt x="238" y="454"/>
                  </a:lnTo>
                  <a:cubicBezTo>
                    <a:pt x="633" y="593"/>
                    <a:pt x="965" y="882"/>
                    <a:pt x="1162" y="1253"/>
                  </a:cubicBezTo>
                  <a:cubicBezTo>
                    <a:pt x="1212" y="1324"/>
                    <a:pt x="1281" y="1354"/>
                    <a:pt x="1350" y="1354"/>
                  </a:cubicBezTo>
                  <a:cubicBezTo>
                    <a:pt x="1500" y="1354"/>
                    <a:pt x="1647" y="1209"/>
                    <a:pt x="1581" y="1031"/>
                  </a:cubicBezTo>
                  <a:cubicBezTo>
                    <a:pt x="1326" y="550"/>
                    <a:pt x="902" y="189"/>
                    <a:pt x="392" y="6"/>
                  </a:cubicBezTo>
                  <a:cubicBezTo>
                    <a:pt x="373" y="2"/>
                    <a:pt x="355" y="0"/>
                    <a:pt x="3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4" name="Google Shape;994;p54"/>
          <p:cNvGrpSpPr/>
          <p:nvPr/>
        </p:nvGrpSpPr>
        <p:grpSpPr>
          <a:xfrm>
            <a:off x="3168623" y="3338628"/>
            <a:ext cx="343570" cy="363893"/>
            <a:chOff x="3547471" y="2442334"/>
            <a:chExt cx="347567" cy="346334"/>
          </a:xfrm>
        </p:grpSpPr>
        <p:sp>
          <p:nvSpPr>
            <p:cNvPr id="995" name="Google Shape;995;p54"/>
            <p:cNvSpPr/>
            <p:nvPr/>
          </p:nvSpPr>
          <p:spPr>
            <a:xfrm>
              <a:off x="3552507" y="2645518"/>
              <a:ext cx="60979" cy="138088"/>
            </a:xfrm>
            <a:custGeom>
              <a:rect b="b" l="l" r="r" t="t"/>
              <a:pathLst>
                <a:path extrusionOk="0" h="5265" w="2325">
                  <a:moveTo>
                    <a:pt x="2001" y="1"/>
                  </a:moveTo>
                  <a:cubicBezTo>
                    <a:pt x="1999" y="1"/>
                    <a:pt x="1996" y="1"/>
                    <a:pt x="1993" y="1"/>
                  </a:cubicBezTo>
                  <a:lnTo>
                    <a:pt x="333" y="1"/>
                  </a:lnTo>
                  <a:cubicBezTo>
                    <a:pt x="150" y="1"/>
                    <a:pt x="1" y="145"/>
                    <a:pt x="1" y="333"/>
                  </a:cubicBezTo>
                  <a:lnTo>
                    <a:pt x="1" y="5265"/>
                  </a:lnTo>
                  <a:lnTo>
                    <a:pt x="2325" y="5265"/>
                  </a:lnTo>
                  <a:lnTo>
                    <a:pt x="2325" y="333"/>
                  </a:lnTo>
                  <a:cubicBezTo>
                    <a:pt x="2325" y="148"/>
                    <a:pt x="2180" y="1"/>
                    <a:pt x="20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4"/>
            <p:cNvSpPr/>
            <p:nvPr/>
          </p:nvSpPr>
          <p:spPr>
            <a:xfrm>
              <a:off x="3552507" y="2645518"/>
              <a:ext cx="29060" cy="138088"/>
            </a:xfrm>
            <a:custGeom>
              <a:rect b="b" l="l" r="r" t="t"/>
              <a:pathLst>
                <a:path extrusionOk="0" h="5265" w="1108">
                  <a:moveTo>
                    <a:pt x="333" y="1"/>
                  </a:moveTo>
                  <a:cubicBezTo>
                    <a:pt x="150" y="1"/>
                    <a:pt x="1" y="145"/>
                    <a:pt x="1" y="333"/>
                  </a:cubicBezTo>
                  <a:lnTo>
                    <a:pt x="1" y="5265"/>
                  </a:lnTo>
                  <a:lnTo>
                    <a:pt x="776" y="5265"/>
                  </a:lnTo>
                  <a:lnTo>
                    <a:pt x="776" y="333"/>
                  </a:lnTo>
                  <a:cubicBezTo>
                    <a:pt x="776" y="150"/>
                    <a:pt x="925" y="1"/>
                    <a:pt x="11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54"/>
            <p:cNvSpPr/>
            <p:nvPr/>
          </p:nvSpPr>
          <p:spPr>
            <a:xfrm>
              <a:off x="3644644" y="2611212"/>
              <a:ext cx="60979" cy="172393"/>
            </a:xfrm>
            <a:custGeom>
              <a:rect b="b" l="l" r="r" t="t"/>
              <a:pathLst>
                <a:path extrusionOk="0" h="6573" w="2325">
                  <a:moveTo>
                    <a:pt x="332" y="0"/>
                  </a:moveTo>
                  <a:cubicBezTo>
                    <a:pt x="150" y="0"/>
                    <a:pt x="0" y="149"/>
                    <a:pt x="0" y="332"/>
                  </a:cubicBezTo>
                  <a:lnTo>
                    <a:pt x="0" y="6573"/>
                  </a:lnTo>
                  <a:lnTo>
                    <a:pt x="2324" y="6573"/>
                  </a:lnTo>
                  <a:lnTo>
                    <a:pt x="2324" y="337"/>
                  </a:lnTo>
                  <a:cubicBezTo>
                    <a:pt x="2324" y="149"/>
                    <a:pt x="2175" y="0"/>
                    <a:pt x="19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54"/>
            <p:cNvSpPr/>
            <p:nvPr/>
          </p:nvSpPr>
          <p:spPr>
            <a:xfrm>
              <a:off x="3644644" y="2611212"/>
              <a:ext cx="29060" cy="172393"/>
            </a:xfrm>
            <a:custGeom>
              <a:rect b="b" l="l" r="r" t="t"/>
              <a:pathLst>
                <a:path extrusionOk="0" h="6573" w="1108">
                  <a:moveTo>
                    <a:pt x="332" y="0"/>
                  </a:moveTo>
                  <a:cubicBezTo>
                    <a:pt x="150" y="0"/>
                    <a:pt x="0" y="149"/>
                    <a:pt x="0" y="332"/>
                  </a:cubicBezTo>
                  <a:lnTo>
                    <a:pt x="0" y="6573"/>
                  </a:lnTo>
                  <a:lnTo>
                    <a:pt x="775" y="6573"/>
                  </a:lnTo>
                  <a:lnTo>
                    <a:pt x="775" y="337"/>
                  </a:lnTo>
                  <a:cubicBezTo>
                    <a:pt x="775" y="149"/>
                    <a:pt x="924" y="0"/>
                    <a:pt x="11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54"/>
            <p:cNvSpPr/>
            <p:nvPr/>
          </p:nvSpPr>
          <p:spPr>
            <a:xfrm>
              <a:off x="3736755" y="2577143"/>
              <a:ext cx="61005" cy="206463"/>
            </a:xfrm>
            <a:custGeom>
              <a:rect b="b" l="l" r="r" t="t"/>
              <a:pathLst>
                <a:path extrusionOk="0" h="7872" w="2326">
                  <a:moveTo>
                    <a:pt x="333" y="0"/>
                  </a:moveTo>
                  <a:cubicBezTo>
                    <a:pt x="150" y="0"/>
                    <a:pt x="1" y="149"/>
                    <a:pt x="1" y="332"/>
                  </a:cubicBezTo>
                  <a:lnTo>
                    <a:pt x="1" y="7872"/>
                  </a:lnTo>
                  <a:lnTo>
                    <a:pt x="2325" y="7872"/>
                  </a:lnTo>
                  <a:lnTo>
                    <a:pt x="2325" y="332"/>
                  </a:lnTo>
                  <a:cubicBezTo>
                    <a:pt x="2325" y="149"/>
                    <a:pt x="2176" y="0"/>
                    <a:pt x="19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54"/>
            <p:cNvSpPr/>
            <p:nvPr/>
          </p:nvSpPr>
          <p:spPr>
            <a:xfrm>
              <a:off x="3736755" y="2577143"/>
              <a:ext cx="29060" cy="206463"/>
            </a:xfrm>
            <a:custGeom>
              <a:rect b="b" l="l" r="r" t="t"/>
              <a:pathLst>
                <a:path extrusionOk="0" h="7872" w="1108">
                  <a:moveTo>
                    <a:pt x="333" y="0"/>
                  </a:moveTo>
                  <a:cubicBezTo>
                    <a:pt x="150" y="0"/>
                    <a:pt x="1" y="149"/>
                    <a:pt x="1" y="332"/>
                  </a:cubicBezTo>
                  <a:lnTo>
                    <a:pt x="1" y="7872"/>
                  </a:lnTo>
                  <a:lnTo>
                    <a:pt x="776" y="7872"/>
                  </a:lnTo>
                  <a:lnTo>
                    <a:pt x="776" y="332"/>
                  </a:lnTo>
                  <a:cubicBezTo>
                    <a:pt x="776" y="149"/>
                    <a:pt x="925" y="0"/>
                    <a:pt x="11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54"/>
            <p:cNvSpPr/>
            <p:nvPr/>
          </p:nvSpPr>
          <p:spPr>
            <a:xfrm>
              <a:off x="3828892" y="2542942"/>
              <a:ext cx="60979" cy="240664"/>
            </a:xfrm>
            <a:custGeom>
              <a:rect b="b" l="l" r="r" t="t"/>
              <a:pathLst>
                <a:path extrusionOk="0" h="9176" w="2325">
                  <a:moveTo>
                    <a:pt x="333" y="0"/>
                  </a:moveTo>
                  <a:cubicBezTo>
                    <a:pt x="150" y="0"/>
                    <a:pt x="1" y="149"/>
                    <a:pt x="1" y="332"/>
                  </a:cubicBezTo>
                  <a:lnTo>
                    <a:pt x="1" y="9176"/>
                  </a:lnTo>
                  <a:lnTo>
                    <a:pt x="2325" y="9176"/>
                  </a:lnTo>
                  <a:lnTo>
                    <a:pt x="2325" y="332"/>
                  </a:lnTo>
                  <a:cubicBezTo>
                    <a:pt x="2325" y="149"/>
                    <a:pt x="2175" y="0"/>
                    <a:pt x="19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54"/>
            <p:cNvSpPr/>
            <p:nvPr/>
          </p:nvSpPr>
          <p:spPr>
            <a:xfrm>
              <a:off x="3828892" y="2542942"/>
              <a:ext cx="29191" cy="240664"/>
            </a:xfrm>
            <a:custGeom>
              <a:rect b="b" l="l" r="r" t="t"/>
              <a:pathLst>
                <a:path extrusionOk="0" h="9176" w="1113">
                  <a:moveTo>
                    <a:pt x="333" y="0"/>
                  </a:moveTo>
                  <a:cubicBezTo>
                    <a:pt x="150" y="0"/>
                    <a:pt x="1" y="149"/>
                    <a:pt x="1" y="332"/>
                  </a:cubicBezTo>
                  <a:lnTo>
                    <a:pt x="1" y="9176"/>
                  </a:lnTo>
                  <a:lnTo>
                    <a:pt x="775" y="9176"/>
                  </a:lnTo>
                  <a:lnTo>
                    <a:pt x="775" y="332"/>
                  </a:lnTo>
                  <a:cubicBezTo>
                    <a:pt x="775" y="149"/>
                    <a:pt x="924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54"/>
            <p:cNvSpPr/>
            <p:nvPr/>
          </p:nvSpPr>
          <p:spPr>
            <a:xfrm>
              <a:off x="3567142" y="2447527"/>
              <a:ext cx="313130" cy="126338"/>
            </a:xfrm>
            <a:custGeom>
              <a:rect b="b" l="l" r="r" t="t"/>
              <a:pathLst>
                <a:path extrusionOk="0" h="4817" w="11939">
                  <a:moveTo>
                    <a:pt x="9603" y="0"/>
                  </a:moveTo>
                  <a:cubicBezTo>
                    <a:pt x="9429" y="0"/>
                    <a:pt x="9327" y="190"/>
                    <a:pt x="9427" y="332"/>
                  </a:cubicBezTo>
                  <a:lnTo>
                    <a:pt x="9764" y="818"/>
                  </a:lnTo>
                  <a:cubicBezTo>
                    <a:pt x="8624" y="1502"/>
                    <a:pt x="4976" y="3426"/>
                    <a:pt x="1" y="3426"/>
                  </a:cubicBezTo>
                  <a:lnTo>
                    <a:pt x="1" y="4817"/>
                  </a:lnTo>
                  <a:cubicBezTo>
                    <a:pt x="2705" y="4812"/>
                    <a:pt x="5385" y="4288"/>
                    <a:pt x="7897" y="3282"/>
                  </a:cubicBezTo>
                  <a:cubicBezTo>
                    <a:pt x="8816" y="2916"/>
                    <a:pt x="9711" y="2478"/>
                    <a:pt x="10563" y="1968"/>
                  </a:cubicBezTo>
                  <a:lnTo>
                    <a:pt x="10861" y="2401"/>
                  </a:lnTo>
                  <a:cubicBezTo>
                    <a:pt x="10905" y="2462"/>
                    <a:pt x="10970" y="2491"/>
                    <a:pt x="11035" y="2491"/>
                  </a:cubicBezTo>
                  <a:cubicBezTo>
                    <a:pt x="11120" y="2491"/>
                    <a:pt x="11204" y="2441"/>
                    <a:pt x="11236" y="2348"/>
                  </a:cubicBezTo>
                  <a:lnTo>
                    <a:pt x="11896" y="352"/>
                  </a:lnTo>
                  <a:cubicBezTo>
                    <a:pt x="11939" y="222"/>
                    <a:pt x="11847" y="82"/>
                    <a:pt x="11708" y="73"/>
                  </a:cubicBezTo>
                  <a:lnTo>
                    <a:pt x="9610" y="0"/>
                  </a:lnTo>
                  <a:cubicBezTo>
                    <a:pt x="9608" y="0"/>
                    <a:pt x="9606" y="0"/>
                    <a:pt x="9603" y="0"/>
                  </a:cubicBezTo>
                  <a:close/>
                </a:path>
              </a:pathLst>
            </a:custGeom>
            <a:solidFill>
              <a:srgbClr val="730D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54"/>
            <p:cNvSpPr/>
            <p:nvPr/>
          </p:nvSpPr>
          <p:spPr>
            <a:xfrm>
              <a:off x="3547471" y="2640351"/>
              <a:ext cx="71077" cy="148317"/>
            </a:xfrm>
            <a:custGeom>
              <a:rect b="b" l="l" r="r" t="t"/>
              <a:pathLst>
                <a:path extrusionOk="0" h="5655" w="2710">
                  <a:moveTo>
                    <a:pt x="2185" y="386"/>
                  </a:moveTo>
                  <a:cubicBezTo>
                    <a:pt x="2262" y="386"/>
                    <a:pt x="2320" y="448"/>
                    <a:pt x="2320" y="525"/>
                  </a:cubicBezTo>
                  <a:lnTo>
                    <a:pt x="2320" y="5265"/>
                  </a:lnTo>
                  <a:lnTo>
                    <a:pt x="385" y="5265"/>
                  </a:lnTo>
                  <a:lnTo>
                    <a:pt x="385" y="525"/>
                  </a:lnTo>
                  <a:cubicBezTo>
                    <a:pt x="385" y="448"/>
                    <a:pt x="448" y="386"/>
                    <a:pt x="525" y="386"/>
                  </a:cubicBezTo>
                  <a:close/>
                  <a:moveTo>
                    <a:pt x="525" y="1"/>
                  </a:moveTo>
                  <a:cubicBezTo>
                    <a:pt x="236" y="1"/>
                    <a:pt x="0" y="236"/>
                    <a:pt x="0" y="530"/>
                  </a:cubicBezTo>
                  <a:lnTo>
                    <a:pt x="0" y="5462"/>
                  </a:lnTo>
                  <a:cubicBezTo>
                    <a:pt x="0" y="5568"/>
                    <a:pt x="87" y="5654"/>
                    <a:pt x="193" y="5654"/>
                  </a:cubicBezTo>
                  <a:lnTo>
                    <a:pt x="2517" y="5654"/>
                  </a:lnTo>
                  <a:cubicBezTo>
                    <a:pt x="2623" y="5654"/>
                    <a:pt x="2709" y="5568"/>
                    <a:pt x="2709" y="5462"/>
                  </a:cubicBezTo>
                  <a:lnTo>
                    <a:pt x="2709" y="530"/>
                  </a:lnTo>
                  <a:cubicBezTo>
                    <a:pt x="2709" y="236"/>
                    <a:pt x="2474" y="1"/>
                    <a:pt x="21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54"/>
            <p:cNvSpPr/>
            <p:nvPr/>
          </p:nvSpPr>
          <p:spPr>
            <a:xfrm>
              <a:off x="3639477" y="2606151"/>
              <a:ext cx="71181" cy="182517"/>
            </a:xfrm>
            <a:custGeom>
              <a:rect b="b" l="l" r="r" t="t"/>
              <a:pathLst>
                <a:path extrusionOk="0" h="6959" w="2714">
                  <a:moveTo>
                    <a:pt x="2189" y="390"/>
                  </a:moveTo>
                  <a:cubicBezTo>
                    <a:pt x="2266" y="390"/>
                    <a:pt x="2329" y="453"/>
                    <a:pt x="2329" y="530"/>
                  </a:cubicBezTo>
                  <a:lnTo>
                    <a:pt x="2329" y="6569"/>
                  </a:lnTo>
                  <a:lnTo>
                    <a:pt x="390" y="6569"/>
                  </a:lnTo>
                  <a:lnTo>
                    <a:pt x="390" y="530"/>
                  </a:lnTo>
                  <a:cubicBezTo>
                    <a:pt x="390" y="453"/>
                    <a:pt x="452" y="390"/>
                    <a:pt x="529" y="390"/>
                  </a:cubicBezTo>
                  <a:close/>
                  <a:moveTo>
                    <a:pt x="529" y="1"/>
                  </a:moveTo>
                  <a:cubicBezTo>
                    <a:pt x="236" y="1"/>
                    <a:pt x="0" y="236"/>
                    <a:pt x="0" y="530"/>
                  </a:cubicBezTo>
                  <a:lnTo>
                    <a:pt x="0" y="6766"/>
                  </a:lnTo>
                  <a:cubicBezTo>
                    <a:pt x="0" y="6872"/>
                    <a:pt x="87" y="6958"/>
                    <a:pt x="197" y="6958"/>
                  </a:cubicBezTo>
                  <a:lnTo>
                    <a:pt x="2521" y="6958"/>
                  </a:lnTo>
                  <a:cubicBezTo>
                    <a:pt x="2627" y="6958"/>
                    <a:pt x="2714" y="6872"/>
                    <a:pt x="2714" y="6766"/>
                  </a:cubicBezTo>
                  <a:lnTo>
                    <a:pt x="2714" y="530"/>
                  </a:lnTo>
                  <a:cubicBezTo>
                    <a:pt x="2714" y="236"/>
                    <a:pt x="2478" y="1"/>
                    <a:pt x="21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54"/>
            <p:cNvSpPr/>
            <p:nvPr/>
          </p:nvSpPr>
          <p:spPr>
            <a:xfrm>
              <a:off x="3731588" y="2572081"/>
              <a:ext cx="71208" cy="216587"/>
            </a:xfrm>
            <a:custGeom>
              <a:rect b="b" l="l" r="r" t="t"/>
              <a:pathLst>
                <a:path extrusionOk="0" h="8258" w="2715">
                  <a:moveTo>
                    <a:pt x="2190" y="385"/>
                  </a:moveTo>
                  <a:cubicBezTo>
                    <a:pt x="2267" y="385"/>
                    <a:pt x="2330" y="448"/>
                    <a:pt x="2330" y="525"/>
                  </a:cubicBezTo>
                  <a:lnTo>
                    <a:pt x="2330" y="7868"/>
                  </a:lnTo>
                  <a:lnTo>
                    <a:pt x="390" y="7868"/>
                  </a:lnTo>
                  <a:lnTo>
                    <a:pt x="390" y="525"/>
                  </a:lnTo>
                  <a:cubicBezTo>
                    <a:pt x="390" y="448"/>
                    <a:pt x="453" y="385"/>
                    <a:pt x="530" y="385"/>
                  </a:cubicBezTo>
                  <a:close/>
                  <a:moveTo>
                    <a:pt x="530" y="1"/>
                  </a:moveTo>
                  <a:cubicBezTo>
                    <a:pt x="236" y="1"/>
                    <a:pt x="1" y="236"/>
                    <a:pt x="1" y="525"/>
                  </a:cubicBezTo>
                  <a:lnTo>
                    <a:pt x="1" y="8065"/>
                  </a:lnTo>
                  <a:cubicBezTo>
                    <a:pt x="1" y="8171"/>
                    <a:pt x="87" y="8257"/>
                    <a:pt x="198" y="8257"/>
                  </a:cubicBezTo>
                  <a:lnTo>
                    <a:pt x="2522" y="8257"/>
                  </a:lnTo>
                  <a:cubicBezTo>
                    <a:pt x="2628" y="8257"/>
                    <a:pt x="2715" y="8171"/>
                    <a:pt x="2715" y="8065"/>
                  </a:cubicBezTo>
                  <a:lnTo>
                    <a:pt x="2715" y="525"/>
                  </a:lnTo>
                  <a:cubicBezTo>
                    <a:pt x="2715" y="236"/>
                    <a:pt x="2479" y="1"/>
                    <a:pt x="21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54"/>
            <p:cNvSpPr/>
            <p:nvPr/>
          </p:nvSpPr>
          <p:spPr>
            <a:xfrm>
              <a:off x="3823857" y="2537880"/>
              <a:ext cx="71181" cy="250787"/>
            </a:xfrm>
            <a:custGeom>
              <a:rect b="b" l="l" r="r" t="t"/>
              <a:pathLst>
                <a:path extrusionOk="0" h="9562" w="2714">
                  <a:moveTo>
                    <a:pt x="2185" y="390"/>
                  </a:moveTo>
                  <a:cubicBezTo>
                    <a:pt x="2262" y="390"/>
                    <a:pt x="2324" y="448"/>
                    <a:pt x="2324" y="525"/>
                  </a:cubicBezTo>
                  <a:lnTo>
                    <a:pt x="2324" y="9172"/>
                  </a:lnTo>
                  <a:lnTo>
                    <a:pt x="385" y="9172"/>
                  </a:lnTo>
                  <a:lnTo>
                    <a:pt x="390" y="525"/>
                  </a:lnTo>
                  <a:cubicBezTo>
                    <a:pt x="390" y="448"/>
                    <a:pt x="448" y="390"/>
                    <a:pt x="525" y="390"/>
                  </a:cubicBezTo>
                  <a:close/>
                  <a:moveTo>
                    <a:pt x="525" y="1"/>
                  </a:moveTo>
                  <a:cubicBezTo>
                    <a:pt x="236" y="1"/>
                    <a:pt x="0" y="236"/>
                    <a:pt x="0" y="525"/>
                  </a:cubicBezTo>
                  <a:lnTo>
                    <a:pt x="0" y="9369"/>
                  </a:lnTo>
                  <a:cubicBezTo>
                    <a:pt x="0" y="9475"/>
                    <a:pt x="87" y="9561"/>
                    <a:pt x="193" y="9561"/>
                  </a:cubicBezTo>
                  <a:lnTo>
                    <a:pt x="2517" y="9561"/>
                  </a:lnTo>
                  <a:cubicBezTo>
                    <a:pt x="2627" y="9561"/>
                    <a:pt x="2714" y="9475"/>
                    <a:pt x="2714" y="9369"/>
                  </a:cubicBezTo>
                  <a:lnTo>
                    <a:pt x="2714" y="525"/>
                  </a:lnTo>
                  <a:cubicBezTo>
                    <a:pt x="2714" y="236"/>
                    <a:pt x="2478" y="1"/>
                    <a:pt x="21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54"/>
            <p:cNvSpPr/>
            <p:nvPr/>
          </p:nvSpPr>
          <p:spPr>
            <a:xfrm>
              <a:off x="3613984" y="2442334"/>
              <a:ext cx="272346" cy="97225"/>
            </a:xfrm>
            <a:custGeom>
              <a:rect b="b" l="l" r="r" t="t"/>
              <a:pathLst>
                <a:path extrusionOk="0" h="3707" w="10384">
                  <a:moveTo>
                    <a:pt x="7816" y="1"/>
                  </a:moveTo>
                  <a:cubicBezTo>
                    <a:pt x="7487" y="1"/>
                    <a:pt x="7292" y="370"/>
                    <a:pt x="7478" y="641"/>
                  </a:cubicBezTo>
                  <a:lnTo>
                    <a:pt x="7699" y="954"/>
                  </a:lnTo>
                  <a:cubicBezTo>
                    <a:pt x="6563" y="1608"/>
                    <a:pt x="3888" y="2931"/>
                    <a:pt x="246" y="3316"/>
                  </a:cubicBezTo>
                  <a:cubicBezTo>
                    <a:pt x="0" y="3345"/>
                    <a:pt x="19" y="3706"/>
                    <a:pt x="265" y="3706"/>
                  </a:cubicBezTo>
                  <a:lnTo>
                    <a:pt x="284" y="3706"/>
                  </a:lnTo>
                  <a:cubicBezTo>
                    <a:pt x="4215" y="3288"/>
                    <a:pt x="7045" y="1801"/>
                    <a:pt x="8079" y="1185"/>
                  </a:cubicBezTo>
                  <a:cubicBezTo>
                    <a:pt x="8170" y="1127"/>
                    <a:pt x="8199" y="997"/>
                    <a:pt x="8137" y="906"/>
                  </a:cubicBezTo>
                  <a:lnTo>
                    <a:pt x="7800" y="420"/>
                  </a:lnTo>
                  <a:cubicBezTo>
                    <a:pt x="7790" y="405"/>
                    <a:pt x="7800" y="391"/>
                    <a:pt x="7814" y="391"/>
                  </a:cubicBezTo>
                  <a:lnTo>
                    <a:pt x="9912" y="468"/>
                  </a:lnTo>
                  <a:cubicBezTo>
                    <a:pt x="9927" y="468"/>
                    <a:pt x="9932" y="477"/>
                    <a:pt x="9927" y="487"/>
                  </a:cubicBezTo>
                  <a:lnTo>
                    <a:pt x="9268" y="2484"/>
                  </a:lnTo>
                  <a:cubicBezTo>
                    <a:pt x="9265" y="2490"/>
                    <a:pt x="9256" y="2494"/>
                    <a:pt x="9249" y="2494"/>
                  </a:cubicBezTo>
                  <a:cubicBezTo>
                    <a:pt x="9244" y="2494"/>
                    <a:pt x="9241" y="2492"/>
                    <a:pt x="9239" y="2489"/>
                  </a:cubicBezTo>
                  <a:lnTo>
                    <a:pt x="8936" y="2056"/>
                  </a:lnTo>
                  <a:cubicBezTo>
                    <a:pt x="8898" y="2000"/>
                    <a:pt x="8837" y="1970"/>
                    <a:pt x="8775" y="1970"/>
                  </a:cubicBezTo>
                  <a:cubicBezTo>
                    <a:pt x="8741" y="1970"/>
                    <a:pt x="8707" y="1979"/>
                    <a:pt x="8676" y="1998"/>
                  </a:cubicBezTo>
                  <a:cubicBezTo>
                    <a:pt x="7954" y="2436"/>
                    <a:pt x="7203" y="2816"/>
                    <a:pt x="6429" y="3143"/>
                  </a:cubicBezTo>
                  <a:cubicBezTo>
                    <a:pt x="6229" y="3237"/>
                    <a:pt x="6318" y="3515"/>
                    <a:pt x="6505" y="3515"/>
                  </a:cubicBezTo>
                  <a:cubicBezTo>
                    <a:pt x="6529" y="3515"/>
                    <a:pt x="6555" y="3510"/>
                    <a:pt x="6583" y="3499"/>
                  </a:cubicBezTo>
                  <a:cubicBezTo>
                    <a:pt x="7319" y="3186"/>
                    <a:pt x="8031" y="2830"/>
                    <a:pt x="8719" y="2426"/>
                  </a:cubicBezTo>
                  <a:lnTo>
                    <a:pt x="8916" y="2710"/>
                  </a:lnTo>
                  <a:cubicBezTo>
                    <a:pt x="8999" y="2826"/>
                    <a:pt x="9124" y="2882"/>
                    <a:pt x="9248" y="2882"/>
                  </a:cubicBezTo>
                  <a:cubicBezTo>
                    <a:pt x="9411" y="2882"/>
                    <a:pt x="9573" y="2785"/>
                    <a:pt x="9633" y="2604"/>
                  </a:cubicBezTo>
                  <a:lnTo>
                    <a:pt x="10297" y="612"/>
                  </a:lnTo>
                  <a:cubicBezTo>
                    <a:pt x="10384" y="352"/>
                    <a:pt x="10196" y="88"/>
                    <a:pt x="9927" y="78"/>
                  </a:cubicBezTo>
                  <a:lnTo>
                    <a:pt x="7829" y="1"/>
                  </a:lnTo>
                  <a:cubicBezTo>
                    <a:pt x="7825" y="1"/>
                    <a:pt x="7820" y="1"/>
                    <a:pt x="78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54"/>
            <p:cNvSpPr/>
            <p:nvPr/>
          </p:nvSpPr>
          <p:spPr>
            <a:xfrm>
              <a:off x="3569924" y="2533017"/>
              <a:ext cx="210292" cy="47891"/>
            </a:xfrm>
            <a:custGeom>
              <a:rect b="b" l="l" r="r" t="t"/>
              <a:pathLst>
                <a:path extrusionOk="0" h="1826" w="8018">
                  <a:moveTo>
                    <a:pt x="1485" y="0"/>
                  </a:moveTo>
                  <a:cubicBezTo>
                    <a:pt x="1477" y="0"/>
                    <a:pt x="1468" y="1"/>
                    <a:pt x="1459" y="2"/>
                  </a:cubicBezTo>
                  <a:cubicBezTo>
                    <a:pt x="1040" y="30"/>
                    <a:pt x="612" y="45"/>
                    <a:pt x="198" y="45"/>
                  </a:cubicBezTo>
                  <a:cubicBezTo>
                    <a:pt x="87" y="45"/>
                    <a:pt x="1" y="131"/>
                    <a:pt x="1" y="237"/>
                  </a:cubicBezTo>
                  <a:lnTo>
                    <a:pt x="1" y="1633"/>
                  </a:lnTo>
                  <a:cubicBezTo>
                    <a:pt x="1" y="1739"/>
                    <a:pt x="87" y="1825"/>
                    <a:pt x="198" y="1825"/>
                  </a:cubicBezTo>
                  <a:cubicBezTo>
                    <a:pt x="2787" y="1816"/>
                    <a:pt x="5351" y="1344"/>
                    <a:pt x="7776" y="430"/>
                  </a:cubicBezTo>
                  <a:cubicBezTo>
                    <a:pt x="8018" y="367"/>
                    <a:pt x="7932" y="43"/>
                    <a:pt x="7736" y="43"/>
                  </a:cubicBezTo>
                  <a:cubicBezTo>
                    <a:pt x="7706" y="43"/>
                    <a:pt x="7672" y="51"/>
                    <a:pt x="7637" y="69"/>
                  </a:cubicBezTo>
                  <a:cubicBezTo>
                    <a:pt x="5322" y="940"/>
                    <a:pt x="2868" y="1402"/>
                    <a:pt x="395" y="1435"/>
                  </a:cubicBezTo>
                  <a:lnTo>
                    <a:pt x="395" y="430"/>
                  </a:lnTo>
                  <a:cubicBezTo>
                    <a:pt x="756" y="425"/>
                    <a:pt x="1122" y="411"/>
                    <a:pt x="1488" y="391"/>
                  </a:cubicBezTo>
                  <a:cubicBezTo>
                    <a:pt x="1748" y="382"/>
                    <a:pt x="1730" y="0"/>
                    <a:pt x="148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10" name="Google Shape;1010;p54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8924" y="1520174"/>
            <a:ext cx="422988" cy="422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1" name="Google Shape;1011;p54"/>
          <p:cNvGrpSpPr/>
          <p:nvPr/>
        </p:nvGrpSpPr>
        <p:grpSpPr>
          <a:xfrm>
            <a:off x="3904173" y="3947675"/>
            <a:ext cx="4583689" cy="863462"/>
            <a:chOff x="3994348" y="2512175"/>
            <a:chExt cx="4583689" cy="863462"/>
          </a:xfrm>
        </p:grpSpPr>
        <p:sp>
          <p:nvSpPr>
            <p:cNvPr id="1012" name="Google Shape;1012;p54"/>
            <p:cNvSpPr/>
            <p:nvPr/>
          </p:nvSpPr>
          <p:spPr>
            <a:xfrm>
              <a:off x="3994348" y="2759125"/>
              <a:ext cx="1155300" cy="572700"/>
            </a:xfrm>
            <a:prstGeom prst="roundRect">
              <a:avLst>
                <a:gd fmla="val 1432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endParaRPr>
            </a:p>
          </p:txBody>
        </p:sp>
        <p:sp>
          <p:nvSpPr>
            <p:cNvPr id="1013" name="Google Shape;1013;p54"/>
            <p:cNvSpPr txBox="1"/>
            <p:nvPr/>
          </p:nvSpPr>
          <p:spPr>
            <a:xfrm>
              <a:off x="6285738" y="2512175"/>
              <a:ext cx="22923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730D3F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Szkolenia i warsztaty</a:t>
              </a:r>
              <a:endParaRPr sz="2000">
                <a:solidFill>
                  <a:srgbClr val="730D3F"/>
                </a:solidFill>
                <a:latin typeface="Staatliches"/>
                <a:ea typeface="Staatliches"/>
                <a:cs typeface="Staatliches"/>
                <a:sym typeface="Staatliches"/>
              </a:endParaRPr>
            </a:p>
          </p:txBody>
        </p:sp>
        <p:sp>
          <p:nvSpPr>
            <p:cNvPr id="1014" name="Google Shape;1014;p54"/>
            <p:cNvSpPr/>
            <p:nvPr/>
          </p:nvSpPr>
          <p:spPr>
            <a:xfrm>
              <a:off x="5387560" y="2715337"/>
              <a:ext cx="660300" cy="660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15" name="Google Shape;1015;p54"/>
            <p:cNvCxnSpPr>
              <a:stCxn id="1014" idx="2"/>
              <a:endCxn id="1012" idx="3"/>
            </p:cNvCxnSpPr>
            <p:nvPr/>
          </p:nvCxnSpPr>
          <p:spPr>
            <a:xfrm rot="10800000">
              <a:off x="5149660" y="3045487"/>
              <a:ext cx="237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16" name="Google Shape;1016;p54"/>
          <p:cNvSpPr/>
          <p:nvPr/>
        </p:nvSpPr>
        <p:spPr>
          <a:xfrm>
            <a:off x="4406064" y="4348596"/>
            <a:ext cx="156028" cy="2610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Staatliches"/>
              </a:rPr>
              <a:t>4</a:t>
            </a:r>
          </a:p>
        </p:txBody>
      </p:sp>
      <p:sp>
        <p:nvSpPr>
          <p:cNvPr id="1017" name="Google Shape;1017;p54"/>
          <p:cNvSpPr/>
          <p:nvPr/>
        </p:nvSpPr>
        <p:spPr>
          <a:xfrm>
            <a:off x="5465949" y="4348429"/>
            <a:ext cx="343566" cy="344109"/>
          </a:xfrm>
          <a:custGeom>
            <a:rect b="b" l="l" r="r" t="t"/>
            <a:pathLst>
              <a:path extrusionOk="0" h="8694" w="7784">
                <a:moveTo>
                  <a:pt x="4811" y="1"/>
                </a:moveTo>
                <a:cubicBezTo>
                  <a:pt x="4730" y="1"/>
                  <a:pt x="4647" y="14"/>
                  <a:pt x="4565" y="43"/>
                </a:cubicBezTo>
                <a:lnTo>
                  <a:pt x="571" y="1527"/>
                </a:lnTo>
                <a:cubicBezTo>
                  <a:pt x="183" y="1664"/>
                  <a:pt x="0" y="2097"/>
                  <a:pt x="137" y="2485"/>
                </a:cubicBezTo>
                <a:lnTo>
                  <a:pt x="2237" y="8215"/>
                </a:lnTo>
                <a:cubicBezTo>
                  <a:pt x="2361" y="8516"/>
                  <a:pt x="2637" y="8693"/>
                  <a:pt x="2936" y="8693"/>
                </a:cubicBezTo>
                <a:cubicBezTo>
                  <a:pt x="3022" y="8693"/>
                  <a:pt x="3109" y="8679"/>
                  <a:pt x="3196" y="8648"/>
                </a:cubicBezTo>
                <a:lnTo>
                  <a:pt x="7190" y="7187"/>
                </a:lnTo>
                <a:cubicBezTo>
                  <a:pt x="7578" y="7028"/>
                  <a:pt x="7784" y="6617"/>
                  <a:pt x="7624" y="6229"/>
                </a:cubicBezTo>
                <a:lnTo>
                  <a:pt x="5524" y="500"/>
                </a:lnTo>
                <a:cubicBezTo>
                  <a:pt x="5398" y="193"/>
                  <a:pt x="5115" y="1"/>
                  <a:pt x="4811" y="1"/>
                </a:cubicBezTo>
                <a:close/>
              </a:path>
            </a:pathLst>
          </a:custGeom>
          <a:solidFill>
            <a:srgbClr val="730D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54"/>
          <p:cNvSpPr/>
          <p:nvPr/>
        </p:nvSpPr>
        <p:spPr>
          <a:xfrm>
            <a:off x="5495722" y="4348436"/>
            <a:ext cx="169699" cy="91465"/>
          </a:xfrm>
          <a:custGeom>
            <a:rect b="b" l="l" r="r" t="t"/>
            <a:pathLst>
              <a:path extrusionOk="0" h="1514" w="2809">
                <a:moveTo>
                  <a:pt x="2363" y="1"/>
                </a:moveTo>
                <a:cubicBezTo>
                  <a:pt x="2314" y="1"/>
                  <a:pt x="2264" y="11"/>
                  <a:pt x="2215" y="33"/>
                </a:cubicBezTo>
                <a:lnTo>
                  <a:pt x="320" y="717"/>
                </a:lnTo>
                <a:cubicBezTo>
                  <a:pt x="92" y="809"/>
                  <a:pt x="1" y="1037"/>
                  <a:pt x="69" y="1242"/>
                </a:cubicBezTo>
                <a:cubicBezTo>
                  <a:pt x="143" y="1407"/>
                  <a:pt x="304" y="1513"/>
                  <a:pt x="471" y="1513"/>
                </a:cubicBezTo>
                <a:cubicBezTo>
                  <a:pt x="512" y="1513"/>
                  <a:pt x="554" y="1507"/>
                  <a:pt x="594" y="1493"/>
                </a:cubicBezTo>
                <a:lnTo>
                  <a:pt x="2489" y="786"/>
                </a:lnTo>
                <a:cubicBezTo>
                  <a:pt x="2694" y="717"/>
                  <a:pt x="2808" y="466"/>
                  <a:pt x="2740" y="261"/>
                </a:cubicBezTo>
                <a:cubicBezTo>
                  <a:pt x="2670" y="104"/>
                  <a:pt x="2521" y="1"/>
                  <a:pt x="2363" y="1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4"/>
          <p:cNvSpPr txBox="1"/>
          <p:nvPr/>
        </p:nvSpPr>
        <p:spPr>
          <a:xfrm>
            <a:off x="6204975" y="4216325"/>
            <a:ext cx="23730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42424"/>
                </a:solidFill>
                <a:latin typeface="Cairo"/>
                <a:ea typeface="Cairo"/>
                <a:cs typeface="Cairo"/>
                <a:sym typeface="Cairo"/>
              </a:rPr>
              <a:t>Skoncentrowane na rozmowach rekrutacyjnych czy efektywnym szukaniu pracy (na żywo i online)</a:t>
            </a:r>
            <a:endParaRPr sz="1200">
              <a:solidFill>
                <a:srgbClr val="242424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55"/>
          <p:cNvSpPr txBox="1"/>
          <p:nvPr>
            <p:ph type="title"/>
          </p:nvPr>
        </p:nvSpPr>
        <p:spPr>
          <a:xfrm>
            <a:off x="720000" y="2216200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Pytania?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025" name="Google Shape;1025;p55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6"/>
          <p:cNvSpPr txBox="1"/>
          <p:nvPr>
            <p:ph type="title"/>
          </p:nvPr>
        </p:nvSpPr>
        <p:spPr>
          <a:xfrm>
            <a:off x="720000" y="2216200"/>
            <a:ext cx="7704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30D3F"/>
                </a:solidFill>
                <a:latin typeface="Kanit"/>
                <a:ea typeface="Kanit"/>
                <a:cs typeface="Kanit"/>
                <a:sym typeface="Kanit"/>
              </a:rPr>
              <a:t>Dziękujemy za uwagę!</a:t>
            </a:r>
            <a:endParaRPr>
              <a:solidFill>
                <a:srgbClr val="730D3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031" name="Google Shape;1031;p56" title="Fram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199" y="4608499"/>
            <a:ext cx="422988" cy="42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ol Startup Business Plan Infographics by Slidesgo">
  <a:themeElements>
    <a:clrScheme name="Simple Light">
      <a:dk1>
        <a:srgbClr val="000000"/>
      </a:dk1>
      <a:lt1>
        <a:srgbClr val="FFFFFF"/>
      </a:lt1>
      <a:dk2>
        <a:srgbClr val="20DD2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